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</p:sldMasterIdLst>
  <p:notesMasterIdLst>
    <p:notesMasterId r:id="rId11"/>
  </p:notesMasterIdLst>
  <p:handoutMasterIdLst>
    <p:handoutMasterId r:id="rId12"/>
  </p:handoutMasterIdLst>
  <p:sldIdLst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454C9-35BF-EC33-B4B1-5AC89C60A875}" v="400" dt="2026-04-07T10:55:45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7" autoAdjust="0"/>
    <p:restoredTop sz="94660"/>
  </p:normalViewPr>
  <p:slideViewPr>
    <p:cSldViewPr>
      <p:cViewPr>
        <p:scale>
          <a:sx n="100" d="100"/>
          <a:sy n="100" d="100"/>
        </p:scale>
        <p:origin x="-874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5060"/>
    </p:cViewPr>
  </p:sorterViewPr>
  <p:notesViewPr>
    <p:cSldViewPr>
      <p:cViewPr varScale="1">
        <p:scale>
          <a:sx n="56" d="100"/>
          <a:sy n="56" d="100"/>
        </p:scale>
        <p:origin x="258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kov,Miroslav M.L." userId="S::524298@student.fontys.nl::c50aeca3-15e6-4627-9014-6f6b4bd3b9af" providerId="AD" clId="Web-{476454C9-35BF-EC33-B4B1-5AC89C60A875}"/>
    <pc:docChg chg="addSld delSld modSld">
      <pc:chgData name="Denkov,Miroslav M.L." userId="S::524298@student.fontys.nl::c50aeca3-15e6-4627-9014-6f6b4bd3b9af" providerId="AD" clId="Web-{476454C9-35BF-EC33-B4B1-5AC89C60A875}" dt="2026-04-07T10:55:45.699" v="402" actId="20577"/>
      <pc:docMkLst>
        <pc:docMk/>
      </pc:docMkLst>
      <pc:sldChg chg="modSp">
        <pc:chgData name="Denkov,Miroslav M.L." userId="S::524298@student.fontys.nl::c50aeca3-15e6-4627-9014-6f6b4bd3b9af" providerId="AD" clId="Web-{476454C9-35BF-EC33-B4B1-5AC89C60A875}" dt="2026-04-07T10:55:45.699" v="402" actId="20577"/>
        <pc:sldMkLst>
          <pc:docMk/>
          <pc:sldMk cId="2812452602" sldId="258"/>
        </pc:sldMkLst>
        <pc:spChg chg="mod">
          <ac:chgData name="Denkov,Miroslav M.L." userId="S::524298@student.fontys.nl::c50aeca3-15e6-4627-9014-6f6b4bd3b9af" providerId="AD" clId="Web-{476454C9-35BF-EC33-B4B1-5AC89C60A875}" dt="2026-04-07T10:10:10.814" v="4" actId="20577"/>
          <ac:spMkLst>
            <pc:docMk/>
            <pc:sldMk cId="2812452602" sldId="258"/>
            <ac:spMk id="3" creationId="{6A0CBC46-76F5-CB3F-9BF0-DE7BBD3C6643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10:25.175" v="30" actId="20577"/>
          <ac:spMkLst>
            <pc:docMk/>
            <pc:sldMk cId="2812452602" sldId="258"/>
            <ac:spMk id="4" creationId="{5CA5C5AD-7278-E875-15B7-835123AC22E5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55:45.699" v="402" actId="20577"/>
          <ac:spMkLst>
            <pc:docMk/>
            <pc:sldMk cId="2812452602" sldId="258"/>
            <ac:spMk id="51" creationId="{DDD0FA28-5A9B-C488-8256-740E33E5163C}"/>
          </ac:spMkLst>
        </pc:spChg>
      </pc:sldChg>
      <pc:sldChg chg="addSp delSp modSp new del mod chgLayout">
        <pc:chgData name="Denkov,Miroslav M.L." userId="S::524298@student.fontys.nl::c50aeca3-15e6-4627-9014-6f6b4bd3b9af" providerId="AD" clId="Web-{476454C9-35BF-EC33-B4B1-5AC89C60A875}" dt="2026-04-07T10:30:28.150" v="53"/>
        <pc:sldMkLst>
          <pc:docMk/>
          <pc:sldMk cId="2368352927" sldId="259"/>
        </pc:sldMkLst>
        <pc:spChg chg="mod">
          <ac:chgData name="Denkov,Miroslav M.L." userId="S::524298@student.fontys.nl::c50aeca3-15e6-4627-9014-6f6b4bd3b9af" providerId="AD" clId="Web-{476454C9-35BF-EC33-B4B1-5AC89C60A875}" dt="2026-04-07T10:30:06.098" v="51"/>
          <ac:spMkLst>
            <pc:docMk/>
            <pc:sldMk cId="2368352927" sldId="259"/>
            <ac:spMk id="2" creationId="{B088619D-B508-D203-2A38-9E61DF6A9041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30:06.098" v="51"/>
          <ac:spMkLst>
            <pc:docMk/>
            <pc:sldMk cId="2368352927" sldId="259"/>
            <ac:spMk id="3" creationId="{0D0A34B8-2830-49EA-D540-A26AFCEA18A7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30:06.098" v="51"/>
          <ac:spMkLst>
            <pc:docMk/>
            <pc:sldMk cId="2368352927" sldId="259"/>
            <ac:spMk id="4" creationId="{DF2834F3-C765-436B-3CB0-A249E8A473AF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30:06.098" v="51"/>
          <ac:spMkLst>
            <pc:docMk/>
            <pc:sldMk cId="2368352927" sldId="259"/>
            <ac:spMk id="5" creationId="{502402DC-B503-A875-3F9F-823F56FD077D}"/>
          </ac:spMkLst>
        </pc:spChg>
        <pc:spChg chg="add del">
          <ac:chgData name="Denkov,Miroslav M.L." userId="S::524298@student.fontys.nl::c50aeca3-15e6-4627-9014-6f6b4bd3b9af" providerId="AD" clId="Web-{476454C9-35BF-EC33-B4B1-5AC89C60A875}" dt="2026-04-07T10:30:06.098" v="51"/>
          <ac:spMkLst>
            <pc:docMk/>
            <pc:sldMk cId="2368352927" sldId="259"/>
            <ac:spMk id="6" creationId="{DB37F730-DEF8-4FCB-A43F-B5792CD4CC7B}"/>
          </ac:spMkLst>
        </pc:spChg>
        <pc:spChg chg="add mod">
          <ac:chgData name="Denkov,Miroslav M.L." userId="S::524298@student.fontys.nl::c50aeca3-15e6-4627-9014-6f6b4bd3b9af" providerId="AD" clId="Web-{476454C9-35BF-EC33-B4B1-5AC89C60A875}" dt="2026-04-07T10:30:06.098" v="51"/>
          <ac:spMkLst>
            <pc:docMk/>
            <pc:sldMk cId="2368352927" sldId="259"/>
            <ac:spMk id="11" creationId="{F9DFE3BD-6B67-9553-E412-E3ABD15AD15F}"/>
          </ac:spMkLst>
        </pc:spChg>
        <pc:spChg chg="add del mod">
          <ac:chgData name="Denkov,Miroslav M.L." userId="S::524298@student.fontys.nl::c50aeca3-15e6-4627-9014-6f6b4bd3b9af" providerId="AD" clId="Web-{476454C9-35BF-EC33-B4B1-5AC89C60A875}" dt="2026-04-07T10:30:06.082" v="50"/>
          <ac:spMkLst>
            <pc:docMk/>
            <pc:sldMk cId="2368352927" sldId="259"/>
            <ac:spMk id="12" creationId="{94FB5D17-DA18-3176-5FC9-67643ACDC5E3}"/>
          </ac:spMkLst>
        </pc:spChg>
        <pc:picChg chg="add del">
          <ac:chgData name="Denkov,Miroslav M.L." userId="S::524298@student.fontys.nl::c50aeca3-15e6-4627-9014-6f6b4bd3b9af" providerId="AD" clId="Web-{476454C9-35BF-EC33-B4B1-5AC89C60A875}" dt="2026-04-07T10:30:06.082" v="50"/>
          <ac:picMkLst>
            <pc:docMk/>
            <pc:sldMk cId="2368352927" sldId="259"/>
            <ac:picMk id="8" creationId="{4584FEA6-BD92-9951-0A9C-1C2481F95819}"/>
          </ac:picMkLst>
        </pc:picChg>
      </pc:sldChg>
      <pc:sldChg chg="modSp new">
        <pc:chgData name="Denkov,Miroslav M.L." userId="S::524298@student.fontys.nl::c50aeca3-15e6-4627-9014-6f6b4bd3b9af" providerId="AD" clId="Web-{476454C9-35BF-EC33-B4B1-5AC89C60A875}" dt="2026-04-07T10:55:43.245" v="401" actId="20577"/>
        <pc:sldMkLst>
          <pc:docMk/>
          <pc:sldMk cId="2585305179" sldId="260"/>
        </pc:sldMkLst>
        <pc:spChg chg="mod">
          <ac:chgData name="Denkov,Miroslav M.L." userId="S::524298@student.fontys.nl::c50aeca3-15e6-4627-9014-6f6b4bd3b9af" providerId="AD" clId="Web-{476454C9-35BF-EC33-B4B1-5AC89C60A875}" dt="2026-04-07T10:30:33.322" v="56" actId="20577"/>
          <ac:spMkLst>
            <pc:docMk/>
            <pc:sldMk cId="2585305179" sldId="260"/>
            <ac:spMk id="2" creationId="{F385BFE2-D1F2-9CB7-B5D0-8D5610410B6A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55:43.245" v="401" actId="20577"/>
          <ac:spMkLst>
            <pc:docMk/>
            <pc:sldMk cId="2585305179" sldId="260"/>
            <ac:spMk id="4" creationId="{E834EE89-C25D-FCCC-D2A6-AB28B16B93F9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32:21.013" v="175" actId="20577"/>
          <ac:spMkLst>
            <pc:docMk/>
            <pc:sldMk cId="2585305179" sldId="260"/>
            <ac:spMk id="6" creationId="{A983CF04-19B2-4395-E26E-184A127369C2}"/>
          </ac:spMkLst>
        </pc:spChg>
      </pc:sldChg>
      <pc:sldChg chg="addSp delSp modSp new mod chgLayout">
        <pc:chgData name="Denkov,Miroslav M.L." userId="S::524298@student.fontys.nl::c50aeca3-15e6-4627-9014-6f6b4bd3b9af" providerId="AD" clId="Web-{476454C9-35BF-EC33-B4B1-5AC89C60A875}" dt="2026-04-07T10:55:40.198" v="400" actId="20577"/>
        <pc:sldMkLst>
          <pc:docMk/>
          <pc:sldMk cId="1639604908" sldId="261"/>
        </pc:sldMkLst>
        <pc:spChg chg="mod">
          <ac:chgData name="Denkov,Miroslav M.L." userId="S::524298@student.fontys.nl::c50aeca3-15e6-4627-9014-6f6b4bd3b9af" providerId="AD" clId="Web-{476454C9-35BF-EC33-B4B1-5AC89C60A875}" dt="2026-04-07T10:33:58.119" v="243"/>
          <ac:spMkLst>
            <pc:docMk/>
            <pc:sldMk cId="1639604908" sldId="261"/>
            <ac:spMk id="2" creationId="{7786F13A-E12C-1F72-A681-8F86DF051EA7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33:58.119" v="243"/>
          <ac:spMkLst>
            <pc:docMk/>
            <pc:sldMk cId="1639604908" sldId="261"/>
            <ac:spMk id="3" creationId="{29B6C153-2888-503D-A47B-657ABC969105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55:40.198" v="400" actId="20577"/>
          <ac:spMkLst>
            <pc:docMk/>
            <pc:sldMk cId="1639604908" sldId="261"/>
            <ac:spMk id="4" creationId="{59630E4B-F0C9-918D-5F4E-06B8BF79DB22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33:58.119" v="243"/>
          <ac:spMkLst>
            <pc:docMk/>
            <pc:sldMk cId="1639604908" sldId="261"/>
            <ac:spMk id="5" creationId="{52B681B4-2EBD-C8B9-AF40-55B69CB3C260}"/>
          </ac:spMkLst>
        </pc:spChg>
        <pc:spChg chg="mod ord">
          <ac:chgData name="Denkov,Miroslav M.L." userId="S::524298@student.fontys.nl::c50aeca3-15e6-4627-9014-6f6b4bd3b9af" providerId="AD" clId="Web-{476454C9-35BF-EC33-B4B1-5AC89C60A875}" dt="2026-04-07T10:33:58.119" v="243"/>
          <ac:spMkLst>
            <pc:docMk/>
            <pc:sldMk cId="1639604908" sldId="261"/>
            <ac:spMk id="6" creationId="{C9AB2190-FA3E-128F-77C1-428800695004}"/>
          </ac:spMkLst>
        </pc:spChg>
        <pc:spChg chg="add del mod">
          <ac:chgData name="Denkov,Miroslav M.L." userId="S::524298@student.fontys.nl::c50aeca3-15e6-4627-9014-6f6b4bd3b9af" providerId="AD" clId="Web-{476454C9-35BF-EC33-B4B1-5AC89C60A875}" dt="2026-04-07T10:34:01.135" v="244"/>
          <ac:spMkLst>
            <pc:docMk/>
            <pc:sldMk cId="1639604908" sldId="261"/>
            <ac:spMk id="11" creationId="{9C618C8A-140D-4C9E-E56A-F426346783DA}"/>
          </ac:spMkLst>
        </pc:spChg>
      </pc:sldChg>
      <pc:sldChg chg="modSp new">
        <pc:chgData name="Denkov,Miroslav M.L." userId="S::524298@student.fontys.nl::c50aeca3-15e6-4627-9014-6f6b4bd3b9af" providerId="AD" clId="Web-{476454C9-35BF-EC33-B4B1-5AC89C60A875}" dt="2026-04-07T10:55:36.761" v="398" actId="20577"/>
        <pc:sldMkLst>
          <pc:docMk/>
          <pc:sldMk cId="3095226314" sldId="262"/>
        </pc:sldMkLst>
        <pc:spChg chg="mod">
          <ac:chgData name="Denkov,Miroslav M.L." userId="S::524298@student.fontys.nl::c50aeca3-15e6-4627-9014-6f6b4bd3b9af" providerId="AD" clId="Web-{476454C9-35BF-EC33-B4B1-5AC89C60A875}" dt="2026-04-07T10:50:08.967" v="248" actId="20577"/>
          <ac:spMkLst>
            <pc:docMk/>
            <pc:sldMk cId="3095226314" sldId="262"/>
            <ac:spMk id="2" creationId="{D198E13A-7A16-EAF8-7A17-3134DC8156B3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52:16.989" v="328" actId="20577"/>
          <ac:spMkLst>
            <pc:docMk/>
            <pc:sldMk cId="3095226314" sldId="262"/>
            <ac:spMk id="3" creationId="{31A5022A-C80F-BA2F-B8A3-24584F853360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55:36.761" v="398" actId="20577"/>
          <ac:spMkLst>
            <pc:docMk/>
            <pc:sldMk cId="3095226314" sldId="262"/>
            <ac:spMk id="5" creationId="{E9246373-B7DC-EACC-87F5-E1BC97E3E160}"/>
          </ac:spMkLst>
        </pc:spChg>
      </pc:sldChg>
      <pc:sldChg chg="modSp new del">
        <pc:chgData name="Denkov,Miroslav M.L." userId="S::524298@student.fontys.nl::c50aeca3-15e6-4627-9014-6f6b4bd3b9af" providerId="AD" clId="Web-{476454C9-35BF-EC33-B4B1-5AC89C60A875}" dt="2026-04-07T10:52:05.911" v="325"/>
        <pc:sldMkLst>
          <pc:docMk/>
          <pc:sldMk cId="1192463315" sldId="263"/>
        </pc:sldMkLst>
        <pc:spChg chg="mod">
          <ac:chgData name="Denkov,Miroslav M.L." userId="S::524298@student.fontys.nl::c50aeca3-15e6-4627-9014-6f6b4bd3b9af" providerId="AD" clId="Web-{476454C9-35BF-EC33-B4B1-5AC89C60A875}" dt="2026-04-07T10:52:05.504" v="324" actId="20577"/>
          <ac:spMkLst>
            <pc:docMk/>
            <pc:sldMk cId="1192463315" sldId="263"/>
            <ac:spMk id="2" creationId="{342B1CBD-708A-CA29-00A2-0F6EFEBCDF8B}"/>
          </ac:spMkLst>
        </pc:spChg>
      </pc:sldChg>
      <pc:sldChg chg="modSp new">
        <pc:chgData name="Denkov,Miroslav M.L." userId="S::524298@student.fontys.nl::c50aeca3-15e6-4627-9014-6f6b4bd3b9af" providerId="AD" clId="Web-{476454C9-35BF-EC33-B4B1-5AC89C60A875}" dt="2026-04-07T10:55:32.292" v="397" actId="20577"/>
        <pc:sldMkLst>
          <pc:docMk/>
          <pc:sldMk cId="4260876115" sldId="263"/>
        </pc:sldMkLst>
        <pc:spChg chg="mod">
          <ac:chgData name="Denkov,Miroslav M.L." userId="S::524298@student.fontys.nl::c50aeca3-15e6-4627-9014-6f6b4bd3b9af" providerId="AD" clId="Web-{476454C9-35BF-EC33-B4B1-5AC89C60A875}" dt="2026-04-07T10:52:33.146" v="336" actId="20577"/>
          <ac:spMkLst>
            <pc:docMk/>
            <pc:sldMk cId="4260876115" sldId="263"/>
            <ac:spMk id="2" creationId="{D8FFF23E-4ABA-54AF-3B52-1C31485495D0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55:32.292" v="397" actId="20577"/>
          <ac:spMkLst>
            <pc:docMk/>
            <pc:sldMk cId="4260876115" sldId="263"/>
            <ac:spMk id="4" creationId="{9E4DC3ED-03E3-8CCE-DD71-3914B3A2163D}"/>
          </ac:spMkLst>
        </pc:spChg>
        <pc:spChg chg="mod">
          <ac:chgData name="Denkov,Miroslav M.L." userId="S::524298@student.fontys.nl::c50aeca3-15e6-4627-9014-6f6b4bd3b9af" providerId="AD" clId="Web-{476454C9-35BF-EC33-B4B1-5AC89C60A875}" dt="2026-04-07T10:54:27.822" v="376" actId="20577"/>
          <ac:spMkLst>
            <pc:docMk/>
            <pc:sldMk cId="4260876115" sldId="263"/>
            <ac:spMk id="6" creationId="{B5CD7600-4B3A-5FB7-F173-05D8B3B1DDAF}"/>
          </ac:spMkLst>
        </pc:spChg>
      </pc:sldChg>
      <pc:sldChg chg="modSp new">
        <pc:chgData name="Denkov,Miroslav M.L." userId="S::524298@student.fontys.nl::c50aeca3-15e6-4627-9014-6f6b4bd3b9af" providerId="AD" clId="Web-{476454C9-35BF-EC33-B4B1-5AC89C60A875}" dt="2026-04-07T10:55:15.401" v="396" actId="20577"/>
        <pc:sldMkLst>
          <pc:docMk/>
          <pc:sldMk cId="3796093777" sldId="264"/>
        </pc:sldMkLst>
        <pc:spChg chg="mod">
          <ac:chgData name="Denkov,Miroslav M.L." userId="S::524298@student.fontys.nl::c50aeca3-15e6-4627-9014-6f6b4bd3b9af" providerId="AD" clId="Web-{476454C9-35BF-EC33-B4B1-5AC89C60A875}" dt="2026-04-07T10:55:15.401" v="396" actId="20577"/>
          <ac:spMkLst>
            <pc:docMk/>
            <pc:sldMk cId="3796093777" sldId="264"/>
            <ac:spMk id="6" creationId="{0DFA7AEB-5460-3D7E-24E2-BE57BDF57F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60F52A-4F58-F017-0262-5B2BF7D8F8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8E448-B046-A1A0-4122-41C821F0D7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1D12F-6C60-40C1-A1CF-FB45A9E2199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8D698-9DD0-64A1-A2F2-327C6B5D01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8D0A9-5B9F-4BD0-30B3-5121EE6CA4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0A9AC-5CC8-44DE-853D-C6021300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19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384B-093F-49E7-B8DB-F37D4F9C9E4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3F96-0975-46A3-AD68-AF15F862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0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3" y="4592116"/>
            <a:ext cx="10872216" cy="97614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1" y="5971761"/>
            <a:ext cx="10872217" cy="33628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9C8A7-72AC-0719-E46F-68CFF8D5F3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A28C-4307-6E8D-E3C0-B0F65FE462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A06B8-E88E-0500-3055-3E24279A65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3" y="1260124"/>
            <a:ext cx="10872216" cy="30120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21116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0CABD-2C3E-3981-7474-14066C60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EF4C9-A376-49B1-2605-259BE261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F5E17-B569-458A-61B5-EBD7257A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3152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5432" y="1260123"/>
            <a:ext cx="4639056" cy="333199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5430" y="5276167"/>
            <a:ext cx="4639057" cy="100401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E9EE4A5-77BA-B98A-B7C9-E73454ECB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044E3-8B6D-8A14-DF79-CAB3CCD720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5ABF2A6-C99B-8F4B-07CD-C27BE4C33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C49802C6-10E7-4049-A420-490D82DD2D49}" type="datetime1">
              <a:rPr lang="en-US" smtClean="0"/>
              <a:t>4/7/2026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7511" y="1260122"/>
            <a:ext cx="5897881" cy="5020057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2172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4216" y="1260124"/>
            <a:ext cx="3700272" cy="299680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4216" y="4576885"/>
            <a:ext cx="3700273" cy="17032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998A4B6-1ED2-0175-5171-79D752A4B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DA747-225E-C3D7-9B45-5A82A81437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06E5107-A554-D167-5D26-04303F099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F55ADCF-3664-4479-8ED8-BAA5E6653B62}" type="datetime1">
              <a:rPr lang="en-US" smtClean="0"/>
              <a:t>4/7/2026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7512" y="1260122"/>
            <a:ext cx="6780009" cy="5020057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46508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261872"/>
            <a:ext cx="5897880" cy="29962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0" y="4592115"/>
            <a:ext cx="5897882" cy="168806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2E398B4-AE63-C902-83C3-1A4A85D8B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AAA3B-0D59-4204-802D-5471962CF6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31F4DFA-B85C-EFE8-48B9-F27537048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CECF7E77-8611-47D0-A92F-5C18E9C5DC54}" type="datetime1">
              <a:rPr lang="en-US" smtClean="0"/>
              <a:t>4/7/2026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85432" y="1261872"/>
            <a:ext cx="4654296" cy="5018306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45355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0C5601D-25D6-0852-460F-4F5EDDCA527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650748 w 12192000"/>
              <a:gd name="csY0" fmla="*/ 557784 h 6858000"/>
              <a:gd name="csX1" fmla="*/ 650748 w 12192000"/>
              <a:gd name="csY1" fmla="*/ 566928 h 6858000"/>
              <a:gd name="csX2" fmla="*/ 11541252 w 12192000"/>
              <a:gd name="csY2" fmla="*/ 566928 h 6858000"/>
              <a:gd name="csX3" fmla="*/ 11541252 w 12192000"/>
              <a:gd name="csY3" fmla="*/ 557784 h 6858000"/>
              <a:gd name="csX4" fmla="*/ 0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650748" y="557784"/>
                </a:moveTo>
                <a:lnTo>
                  <a:pt x="650748" y="566928"/>
                </a:lnTo>
                <a:lnTo>
                  <a:pt x="11541252" y="566928"/>
                </a:lnTo>
                <a:lnTo>
                  <a:pt x="11541252" y="55778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12192000" cy="2159828"/>
          </a:xfrm>
          <a:gradFill flip="none" rotWithShape="1">
            <a:gsLst>
              <a:gs pos="0">
                <a:schemeClr val="bg2">
                  <a:alpha val="50000"/>
                </a:schemeClr>
              </a:gs>
              <a:gs pos="100000">
                <a:schemeClr val="bg2">
                  <a:alpha val="0"/>
                </a:schemeClr>
              </a:gs>
            </a:gsLst>
            <a:lin ang="16200000" scaled="1"/>
            <a:tileRect/>
          </a:gradFill>
        </p:spPr>
        <p:txBody>
          <a:bodyPr vert="horz" lIns="777240" tIns="45720" rIns="228600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6DADE99-E3CE-8A7B-349A-714ACCF25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586478"/>
            <a:ext cx="12192000" cy="1271522"/>
          </a:xfrm>
          <a:solidFill>
            <a:schemeClr val="bg2">
              <a:alpha val="50000"/>
            </a:schemeClr>
          </a:solidFill>
        </p:spPr>
        <p:txBody>
          <a:bodyPr vert="horz" lIns="777240" tIns="45720" rIns="228600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2E398B4-AE63-C902-83C3-1A4A85D8B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08CFED4-8CC8-E28A-89D6-61226616DE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31F4DFA-B85C-EFE8-48B9-F27537048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96E56145-139A-45B3-88FA-F743CAE4E319}" type="datetime1">
              <a:rPr lang="en-US" smtClean="0"/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18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260124"/>
            <a:ext cx="9643872" cy="40160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754" y="5586478"/>
            <a:ext cx="9633390" cy="68405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57C6A260-43E4-A5BD-9313-44FB4C8FD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2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1631E-53EB-24F5-F76E-4F04521F6D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356155AC-04E0-CB97-F010-9D55F5F5B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2"/>
                </a:solidFill>
                <a:latin typeface="+mj-lt"/>
              </a:defRPr>
            </a:lvl1pPr>
          </a:lstStyle>
          <a:p>
            <a:fld id="{817601D0-08EE-4682-8251-778D57A7E59F}" type="datetime1">
              <a:rPr lang="en-US" smtClean="0"/>
              <a:t>4/7/2026</a:t>
            </a:fld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4728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260124"/>
            <a:ext cx="9613392" cy="297802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5596127"/>
            <a:ext cx="7272528" cy="6840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CE12327-0DBC-89BC-C60D-F10DD6C51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783AD-1C4D-25CE-23D9-0E1ABAF2680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079EBF4-5BB8-6610-5CA9-9590C73BE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9AEA953-F661-4DC3-A0D2-B373BF29D9D6}" type="datetime1">
              <a:rPr lang="en-US" smtClean="0"/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06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92" y="1260123"/>
            <a:ext cx="10872216" cy="3012032"/>
          </a:xfr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592115"/>
            <a:ext cx="7588155" cy="16880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AFE07ED-31D7-7A85-4532-82403B99B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F8273-94AD-6BE6-8CBB-845CAE6B0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B0BDEA6-A6F0-73B8-F39C-CD7566F66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BDCAF013-27A5-43A7-9ADC-F67B09F12BCD}" type="datetime1">
              <a:rPr lang="en-US" smtClean="0"/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43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512" y="1417671"/>
            <a:ext cx="7909560" cy="49069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DA50637-A622-7C30-4294-5F1922E28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2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5AD4B1-7C0F-72F1-2A34-6A72E98A14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743094F-E5D5-33D5-ADFF-BFE94FDF5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2"/>
                </a:solidFill>
                <a:latin typeface="+mj-lt"/>
              </a:defRPr>
            </a:lvl1pPr>
          </a:lstStyle>
          <a:p>
            <a:fld id="{65B2509D-965F-4D5C-AA8C-1314C4C48EBF}" type="datetime1">
              <a:rPr lang="en-US" smtClean="0"/>
              <a:t>4/7/2026</a:t>
            </a:fld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1034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4592116"/>
            <a:ext cx="3752088" cy="1688062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ED8BA8E-A006-8C0A-F38E-602DF5AF0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A35277B-D24E-0714-C9C2-B2B7094606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0FB8408-E1DE-0075-A836-ACF00DE74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E71648E9-1ACD-47F4-BD5E-FC035F672F21}" type="datetime1">
              <a:rPr lang="en-US" smtClean="0"/>
              <a:t>4/7/2026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1848" y="1283188"/>
            <a:ext cx="5897880" cy="4996990"/>
          </a:xfrm>
        </p:spPr>
        <p:txBody>
          <a:bodyPr>
            <a:normAutofit/>
          </a:bodyPr>
          <a:lstStyle>
            <a:lvl1pPr marL="457200" indent="-457200">
              <a:spcAft>
                <a:spcPts val="1200"/>
              </a:spcAft>
              <a:buFont typeface="+mj-lt"/>
              <a:buNone/>
              <a:defRPr sz="2400"/>
            </a:lvl1pPr>
            <a:lvl2pPr marL="685800" indent="-457200">
              <a:spcAft>
                <a:spcPts val="1200"/>
              </a:spcAft>
              <a:buFont typeface="+mj-lt"/>
              <a:buNone/>
              <a:defRPr sz="2000"/>
            </a:lvl2pPr>
            <a:lvl3pPr marL="800100" indent="-342900">
              <a:spcAft>
                <a:spcPts val="1200"/>
              </a:spcAft>
              <a:buFont typeface="+mj-lt"/>
              <a:buNone/>
              <a:defRPr sz="1800"/>
            </a:lvl3pPr>
            <a:lvl4pPr marL="1028700" indent="-342900">
              <a:spcAft>
                <a:spcPts val="1200"/>
              </a:spcAft>
              <a:buFont typeface="+mj-lt"/>
              <a:buNone/>
              <a:defRPr sz="1800"/>
            </a:lvl4pPr>
            <a:lvl5pPr marL="1257300" indent="-342900">
              <a:spcAft>
                <a:spcPts val="1200"/>
              </a:spcAft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8872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849" y="1260124"/>
            <a:ext cx="5862658" cy="1004010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CE8229-9007-2FAE-541D-CF30EAC42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04FD0C-EB35-93A6-EC72-0F5DE0E272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01E1BC1-6226-4EA7-B474-B8325F678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01021C2D-F782-4D42-9559-DD770C4FCA33}" type="datetime1">
              <a:rPr lang="en-US" smtClean="0"/>
              <a:t>4/7/2026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7512" y="1261872"/>
            <a:ext cx="4634315" cy="500429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1848" y="2568329"/>
            <a:ext cx="5897880" cy="3711850"/>
          </a:xfrm>
        </p:spPr>
        <p:txBody>
          <a:bodyPr>
            <a:normAutofit/>
          </a:bodyPr>
          <a:lstStyle>
            <a:lvl1pPr marL="457200" indent="-457200">
              <a:spcAft>
                <a:spcPts val="600"/>
              </a:spcAft>
              <a:buFont typeface="+mj-lt"/>
              <a:buAutoNum type="arabicPeriod"/>
              <a:defRPr sz="2000"/>
            </a:lvl1pPr>
            <a:lvl2pPr marL="571500" indent="-342900">
              <a:spcAft>
                <a:spcPts val="600"/>
              </a:spcAft>
              <a:buFont typeface="+mj-lt"/>
              <a:buAutoNum type="alphaLcPeriod"/>
              <a:defRPr sz="1800"/>
            </a:lvl2pPr>
            <a:lvl3pPr marL="800100" indent="-342900">
              <a:spcAft>
                <a:spcPts val="600"/>
              </a:spcAft>
              <a:buFont typeface="+mj-lt"/>
              <a:buAutoNum type="romanLcPeriod"/>
              <a:defRPr sz="1600"/>
            </a:lvl3pPr>
            <a:lvl4pPr marL="1028700" indent="-342900">
              <a:spcAft>
                <a:spcPts val="600"/>
              </a:spcAft>
              <a:buFont typeface="+mj-lt"/>
              <a:buAutoNum type="arabicParenR"/>
              <a:defRPr sz="1400"/>
            </a:lvl4pPr>
            <a:lvl5pPr>
              <a:spcAft>
                <a:spcPts val="600"/>
              </a:spcAft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628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856" y="1580083"/>
            <a:ext cx="8400288" cy="1688061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D88E5CD-667C-25ED-8BCA-A5BE1A8E3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97D79AB-D4D3-090F-161F-760A912F95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FF089D4-4A77-D29A-52E7-D665AAF45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FC08E3F2-FA4C-45C3-B304-C7155F821EF4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4680" y="3588104"/>
            <a:ext cx="5897880" cy="1688062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237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94" y="1580083"/>
            <a:ext cx="5897881" cy="168806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201908F-A131-1AC9-55DC-24F30F3D9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CFA71DD-9DE1-BEED-E848-60BD2C61C4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DD6374B-C852-C9D4-33D1-2CFFC45F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98660297-D8F2-43D6-A03C-5CF88A6EFBC3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98263" y="3588103"/>
            <a:ext cx="5897881" cy="20080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75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580082"/>
            <a:ext cx="3425951" cy="3696085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B83B9E2-E297-4012-1ECB-FA03F04BA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7704DBE-D116-ED60-D1CF-18F68FE5C2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4419A51-22C5-527A-E9A2-55754680A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84BDE8FE-5F50-4185-919E-FC4EE33352DD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98263" y="1580082"/>
            <a:ext cx="7126225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5249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580083"/>
            <a:ext cx="3410711" cy="4700096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A5310C2-C284-D8C3-9305-365864CDB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9BA3B80-47BF-CB3F-B5FD-9891B8B1B3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84059C7-F1E0-7CC6-AD88-A02B403DF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9DB681F3-0509-4A81-9DD5-419606C45B5D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98264" y="1580083"/>
            <a:ext cx="7126224" cy="47000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2853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985802"/>
            <a:ext cx="3410711" cy="260230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6EE7AF-7DD3-DC19-6D34-E940BB352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09FC5-1FFE-CF58-7E13-C19F02C3F5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F968FDB-AE03-25F6-2343-C1F6FC98A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B9D778C0-E5EB-44EE-A66D-646756E7A69F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E5EC60F-1A48-E51E-B856-ADF7D557AF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4" y="985802"/>
            <a:ext cx="7141464" cy="5294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6231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985802"/>
            <a:ext cx="3410711" cy="529437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6EE7AF-7DD3-DC19-6D34-E940BB352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86BA4-9811-C1B5-796E-C61FA5F0EC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F968FDB-AE03-25F6-2343-C1F6FC98A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863A7118-B3C6-4EBA-A0E2-4AEA652F57A1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ED0FE484-E6A5-7D93-A7B2-C71CD2671A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4" y="985802"/>
            <a:ext cx="7141464" cy="5294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7969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263" y="1260122"/>
            <a:ext cx="7126225" cy="100401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BF44B22-81A3-5C11-73E6-B955ED9DD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9DF2317-5307-1F2B-B3F1-77031B8F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5AAA207-A5C4-56FC-5D30-CD58B9341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F89F8195-FAEE-47A9-804C-E84DD4E62923}" type="datetime1">
              <a:rPr lang="en-US" smtClean="0"/>
              <a:t>4/7/2026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1260123"/>
            <a:ext cx="3410711" cy="5020056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5" y="2584093"/>
            <a:ext cx="7126224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373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1"/>
            <a:ext cx="7141464" cy="10040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4B5B55D-2B4C-9E36-9E67-3505A7332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BB043B8-CC94-789F-E530-4DF519EEA3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DC335D7-A0F7-BD3D-BF97-982A94656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50D3EE2A-95C7-4C56-A79A-AF03B1B5A7C8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4"/>
            <a:ext cx="7141464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9016" y="1260122"/>
            <a:ext cx="3410712" cy="5020057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28824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680" y="1260122"/>
            <a:ext cx="8385048" cy="100401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E0EDC41-A2C4-8CCD-B67B-6AC19F5C3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A6FEF80-5427-AC06-FBE6-7B508E000D8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D3E4458-96F1-7F5C-6181-D0D27E031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B9349C3D-A8C4-4AA1-A98E-1056B589D2B7}" type="datetime1">
              <a:rPr lang="en-US" smtClean="0"/>
              <a:t>4/7/2026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1" y="1260123"/>
            <a:ext cx="2167129" cy="502005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54680" y="2584094"/>
            <a:ext cx="8369808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892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09" y="1261872"/>
            <a:ext cx="8385049" cy="102707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FB53CBC-C7D5-BE96-42C9-5AAA98187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0EECF8C-0C46-0E43-4558-0F8C402813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3B3AA0F-2358-6DB4-C617-B03E73D5F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3726E815-75B0-4614-92F7-BD367E20C4E3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1" y="2584092"/>
            <a:ext cx="8385048" cy="369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72601" y="1261872"/>
            <a:ext cx="2151888" cy="5018307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4576384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5431" y="1260122"/>
            <a:ext cx="4654297" cy="100400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A4D1053-884E-2834-2D03-511FB6195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E831349-76B0-627A-3E4B-D553FAE865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9CCFE9-2B59-7691-C45A-6E839A016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3FD556D2-FA47-46C5-A609-377AE88E2EE7}" type="datetime1">
              <a:rPr lang="en-US" smtClean="0"/>
              <a:t>4/7/2026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1261872"/>
            <a:ext cx="5897879" cy="5004290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5431" y="2584093"/>
            <a:ext cx="4654297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433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2"/>
            <a:ext cx="4654296" cy="100401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F00F9C-205B-81C5-6180-2E06739DA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0F2BA95-39FC-18B4-5653-76E60E40B8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06DFB43-B155-62E3-B572-4F16FC49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8D2E3C2C-8032-4A70-BAC0-53E5F160545E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3"/>
            <a:ext cx="4654296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1260122"/>
            <a:ext cx="5880800" cy="502005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27072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4592116"/>
            <a:ext cx="4974337" cy="168806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ADEBC8-C157-BE2E-7400-E9AB57520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27BF52-DE0B-B350-6511-8DF5414DC7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FB95C57-5544-14E7-C212-633EA7147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6389D7D8-FC2E-4190-898F-1892B48FB8DA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1260123"/>
            <a:ext cx="4951958" cy="3012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9016" y="4272155"/>
            <a:ext cx="3395472" cy="199751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197888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3"/>
            <a:ext cx="10872216" cy="100401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ADEBC8-C157-BE2E-7400-E9AB57520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B9F801-2896-6C4E-7B87-B0B8D2692B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FB95C57-5544-14E7-C212-633EA7147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3B81B63-4F4E-4260-AE70-7F34DF91DF77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5"/>
            <a:ext cx="10872216" cy="16880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4592115"/>
            <a:ext cx="10872216" cy="168806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294437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017" y="1260122"/>
            <a:ext cx="3395471" cy="200802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A19B8-D27C-60F2-CCE1-9B2FE208D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A1A6486-75F8-1B85-1DC5-D9B9240EEE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56EEBDA-EC71-4385-DB53-41C22E785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8E95A402-7419-498A-A98C-BC10C9D9E62D}" type="datetime1">
              <a:rPr lang="en-US" smtClean="0"/>
              <a:t>4/7/2026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1" y="1260122"/>
            <a:ext cx="7141465" cy="5020057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29015" y="3588105"/>
            <a:ext cx="3410713" cy="269207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6180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1260122"/>
            <a:ext cx="3410710" cy="200802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5FF7B8E-8644-33FB-5A6E-02F11C554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C8FF2C-ECDB-3C80-34C6-034948647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1E01ADE-6A9B-F59C-F74A-6468B6F9C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F67C6F2A-F4B3-4F44-A388-FF5233ABC527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1" y="3588105"/>
            <a:ext cx="3410711" cy="269207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8263" y="1260122"/>
            <a:ext cx="7126225" cy="5020057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903063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4592115"/>
            <a:ext cx="4654296" cy="168806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9A92118-3DF4-2424-85AC-8ED02E2C6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24FEFCB-BC12-FCF8-8106-AEB614BAD7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F3F6702-15C0-4E20-444E-5921157E0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01B1B67D-B094-4A84-BC89-E29D9EFC45B3}" type="datetime1">
              <a:rPr lang="en-US" smtClean="0"/>
              <a:t>4/7/2026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1260122"/>
            <a:ext cx="10887457" cy="3012033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847" y="4592115"/>
            <a:ext cx="5913121" cy="16880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0925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0" y="3572339"/>
            <a:ext cx="3410713" cy="270784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C29D452-4290-AF7B-A928-BE3D83E36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9F289CA-951A-9E32-F0F8-4551AB9107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4EC5306-39CD-9B46-EF6C-7D0453859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CED1FEB8-BE8B-43F2-985F-302B2C416D66}" type="datetime1">
              <a:rPr lang="en-US" smtClean="0"/>
              <a:t>4/7/2026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1261872"/>
            <a:ext cx="10872216" cy="199225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5" y="3588106"/>
            <a:ext cx="7126224" cy="269207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10863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1260121"/>
            <a:ext cx="3410712" cy="2008021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1B962A-9F00-E9C8-C37D-B133691D4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DDF310E-58A5-07FC-4ACF-A49752941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7C8D897-C374-7A6F-BEED-22F80EF2E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F127A4B6-6434-4FBE-A6ED-A07EC373AA47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5" y="1260122"/>
            <a:ext cx="7126224" cy="200802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3588106"/>
            <a:ext cx="10872216" cy="2692074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548180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D8D190F-4AD9-1493-D6E9-4312C874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2"/>
            <a:ext cx="10872216" cy="100400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900D201-0F2A-159F-0160-00CC1D230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B7B2F7A-427C-CBDE-5E80-74CCE63A1B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89A2B14-20C4-D5EB-A86B-842E1230D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AB27BDA-AAC0-4DA8-BBDD-04965AEE49AE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4"/>
            <a:ext cx="5897880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85432" y="2584094"/>
            <a:ext cx="4639056" cy="369608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02494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2"/>
            <a:ext cx="10872216" cy="100400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3A2EAFF-C6B2-37A8-E58D-5D3F3E8DC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787D6A-B2C4-9067-158A-25EF772947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CADB45D-F788-D3E9-0EC9-B9A177E83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58ACD03D-933A-4322-AC92-AD22A072A17A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4"/>
            <a:ext cx="3425952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8264" y="2584093"/>
            <a:ext cx="7126224" cy="3696085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066751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1872"/>
            <a:ext cx="10872216" cy="98824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BDE8171-69C8-B120-58D4-1407B9848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73D389F-7A28-F651-26AB-E5DDD5BC22E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8DF7310-550A-F0CB-F5F2-C221FE5EE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E3B5C16E-44E5-4BAF-8F36-291C3913D8C8}" type="datetime1">
              <a:rPr lang="en-US" smtClean="0"/>
              <a:t>4/7/2026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3" y="2584094"/>
            <a:ext cx="4654296" cy="371612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848" y="2584094"/>
            <a:ext cx="5882640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9639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4"/>
            <a:ext cx="4654296" cy="100401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ABAF444-0EFC-B8EE-DF68-7CD4EEBA3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BC6452-8FE0-731A-B20B-59CF47CE74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C9BACBF-74CC-DF75-A77E-6C3DBA366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4FF032E9-B94F-48D6-9953-A37CC3DD361D}" type="datetime1">
              <a:rPr lang="en-US" smtClean="0"/>
              <a:t>4/7/2026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2584094"/>
            <a:ext cx="4654296" cy="369608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849" y="1260123"/>
            <a:ext cx="5882639" cy="50200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65164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4592116"/>
            <a:ext cx="3851146" cy="168806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93EE06-439E-037F-0A22-AA611D80F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13FCCC-8ADB-1A41-6DDF-0B695DF18E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966141-9B99-F2D0-A663-3003B791A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20DC4C1-6C99-451D-B95A-6A6C83FBEA90}" type="datetime1">
              <a:rPr lang="en-US" smtClean="0"/>
              <a:t>4/7/2026</a:t>
            </a:fld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5F6B1E0-54AD-E2E3-07CF-89CD66B9EE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7512" y="985802"/>
            <a:ext cx="3851146" cy="3286161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73752" y="985802"/>
            <a:ext cx="6665976" cy="5294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6097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985802"/>
            <a:ext cx="3410710" cy="2692075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93EE06-439E-037F-0A22-AA611D80F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37CAFE-8E53-72CD-67ED-D6FF3F989B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966141-9B99-F2D0-A663-3003B791A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20DC4C1-6C99-451D-B95A-6A6C83FBEA90}" type="datetime1">
              <a:rPr lang="en-US" smtClean="0"/>
              <a:t>4/7/2026</a:t>
            </a:fld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5F6B1E0-54AD-E2E3-07CF-89CD66B9EE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7512" y="3997837"/>
            <a:ext cx="3410776" cy="2282341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4" y="985802"/>
            <a:ext cx="7141464" cy="5294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1978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4876801"/>
            <a:ext cx="10887456" cy="990598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F8FBE7-CB31-F823-094B-CB9EA8AAF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2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B8BCE-73A3-7CA7-CC58-747C3404C3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1BD17B6-3206-38BE-87EC-CD9B9EE33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2"/>
                </a:solidFill>
                <a:latin typeface="+mj-lt"/>
              </a:defRPr>
            </a:lvl1pPr>
          </a:lstStyle>
          <a:p>
            <a:fld id="{C6450B90-FA5F-4260-B63F-4293C21AA5D8}" type="datetime1">
              <a:rPr lang="en-US" smtClean="0"/>
              <a:t>4/7/2026</a:t>
            </a:fld>
            <a:endParaRPr lang="en-US">
              <a:latin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512" y="1260123"/>
            <a:ext cx="10872216" cy="4001867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6D8E38-7B87-F523-02E2-2B25CEB03608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507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A1B35B-8229-46A8-D790-35535AAF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5432" y="3588103"/>
            <a:ext cx="4654296" cy="1004011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C520017-DEED-A8B1-38E4-3D9C706F4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EDC55A2-A0E7-BC03-FB67-1AA758AD2B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E5AE077-DF0B-A15B-4A79-30F0A8C23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42AEA91B-A988-4C4E-9746-AA5ABE9BBB3F}" type="datetime1">
              <a:rPr lang="en-US" smtClean="0"/>
              <a:t>4/7/2026</a:t>
            </a:fld>
            <a:endParaRPr lang="en-US"/>
          </a:p>
        </p:txBody>
      </p:sp>
      <p:sp>
        <p:nvSpPr>
          <p:cNvPr id="58" name="Content Placeholder 6">
            <a:extLst>
              <a:ext uri="{FF2B5EF4-FFF2-40B4-BE49-F238E27FC236}">
                <a16:creationId xmlns:a16="http://schemas.microsoft.com/office/drawing/2014/main" id="{0C283261-D09F-D80B-DF02-09F283F545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512" y="2340333"/>
            <a:ext cx="5897880" cy="2841267"/>
          </a:xfr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68E3B3-F766-2399-A850-117BB05D38EC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195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6998A46-1881-B476-51CF-DDBA1193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400" y="4953000"/>
            <a:ext cx="6434328" cy="914399"/>
          </a:xfrm>
        </p:spPr>
        <p:txBody>
          <a:bodyPr anchor="b">
            <a:normAutofit/>
          </a:bodyPr>
          <a:lstStyle>
            <a:lvl1pPr algn="r">
              <a:lnSpc>
                <a:spcPct val="110000"/>
              </a:lnSpc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9D111AB-E6BB-B51B-3774-250F8A219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086923B-C836-873F-BA3F-1171CEF381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DD07E36-A89A-C684-334C-95E913FD7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67A4C6E-5706-496D-877F-B4C57BC6FFA4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625DF0-C949-7B52-0DA5-761A193DD14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7512" y="1260122"/>
            <a:ext cx="8567928" cy="3321050"/>
          </a:xfrm>
        </p:spPr>
        <p:txBody>
          <a:bodyPr lIns="0" anchor="t"/>
          <a:lstStyle>
            <a:lvl1pPr marL="0" indent="0">
              <a:lnSpc>
                <a:spcPct val="90000"/>
              </a:lnSpc>
              <a:buNone/>
              <a:defRPr sz="27000" baseline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CE8610-8DAD-B42F-CE17-9A61CF604E32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5664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A1D4649-10A0-CD50-74CC-45C45343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1"/>
            <a:ext cx="6434328" cy="914399"/>
          </a:xfrm>
        </p:spPr>
        <p:txBody>
          <a:bodyPr anchor="t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F3C09-A143-7C58-8361-A1A30E09BB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C42FF-AD7C-F8F7-C545-16F1396B041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864F6-5492-7E93-732A-79871A38F6A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F5EC54E-20FB-F3A9-2BC4-1F199E02BBF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512" y="2867038"/>
            <a:ext cx="10872216" cy="3803080"/>
          </a:xfr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48B3D8-4B19-BAF5-1D40-0762FE6DB9DE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701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3C7CD-28CA-A697-2C6E-4988B96F15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A6BF3-667A-870C-5D19-51619AB6B2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420FB-9218-95EB-46B9-29FD0F851C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DC45E6-A328-ED2E-0067-FADFC532E1C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7512" y="2263803"/>
            <a:ext cx="10872216" cy="4016375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6600" b="1"/>
            </a:lvl1pPr>
            <a:lvl2pPr>
              <a:lnSpc>
                <a:spcPct val="90000"/>
              </a:lnSpc>
              <a:buNone/>
              <a:defRPr sz="6000" b="1"/>
            </a:lvl2pPr>
            <a:lvl3pPr>
              <a:lnSpc>
                <a:spcPct val="90000"/>
              </a:lnSpc>
              <a:buNone/>
              <a:defRPr sz="5400" b="1"/>
            </a:lvl3pPr>
            <a:lvl4pPr>
              <a:lnSpc>
                <a:spcPct val="90000"/>
              </a:lnSpc>
              <a:buNone/>
              <a:defRPr sz="4800" b="1"/>
            </a:lvl4pPr>
            <a:lvl5pPr>
              <a:lnSpc>
                <a:spcPct val="90000"/>
              </a:lnSpc>
              <a:buNone/>
              <a:defRPr sz="44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881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02D43-D898-074B-2F4A-2E266C52B9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A496B-7B93-03B1-B65E-BA886773894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DF7A4-E0F3-8D7E-0ABC-3BCF9DE309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512" y="2584093"/>
            <a:ext cx="7141464" cy="3696085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400" b="1">
                <a:solidFill>
                  <a:schemeClr val="tx1"/>
                </a:solidFill>
              </a:defRPr>
            </a:lvl1pPr>
            <a:lvl2pPr marL="228600" indent="0">
              <a:lnSpc>
                <a:spcPct val="80000"/>
              </a:lnSpc>
              <a:buNone/>
              <a:defRPr sz="4800" b="1">
                <a:solidFill>
                  <a:schemeClr val="tx1"/>
                </a:solidFill>
              </a:defRPr>
            </a:lvl2pPr>
            <a:lvl3pPr marL="457200" indent="0">
              <a:lnSpc>
                <a:spcPct val="80000"/>
              </a:lnSpc>
              <a:buNone/>
              <a:defRPr sz="4400" b="1">
                <a:solidFill>
                  <a:schemeClr val="tx1"/>
                </a:solidFill>
              </a:defRPr>
            </a:lvl3pPr>
            <a:lvl4pPr marL="685800" indent="0">
              <a:lnSpc>
                <a:spcPct val="80000"/>
              </a:lnSpc>
              <a:buNone/>
              <a:defRPr sz="4000" b="1">
                <a:solidFill>
                  <a:schemeClr val="tx1"/>
                </a:solidFill>
              </a:defRPr>
            </a:lvl4pPr>
            <a:lvl5pPr marL="914400" indent="0">
              <a:lnSpc>
                <a:spcPct val="80000"/>
              </a:lnSpc>
              <a:buNone/>
              <a:defRPr sz="3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08730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F1BA4B-6C36-0F18-9372-DA7A5F1C85C2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092CA-ECA9-8DE8-53B7-CDFBCE831D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674DE-B35B-F149-D476-49F8B87CF1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70E04-C92A-571D-EE15-1EA7F7A15C3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11096" y="1260123"/>
            <a:ext cx="8385048" cy="433600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sz="5400" b="1"/>
            </a:lvl1pPr>
            <a:lvl2pPr marL="228600" indent="0" algn="ctr">
              <a:lnSpc>
                <a:spcPct val="80000"/>
              </a:lnSpc>
              <a:buNone/>
              <a:defRPr sz="4800" b="1"/>
            </a:lvl2pPr>
            <a:lvl3pPr marL="457200" indent="0" algn="ctr">
              <a:lnSpc>
                <a:spcPct val="80000"/>
              </a:lnSpc>
              <a:buNone/>
              <a:defRPr sz="4400" b="1"/>
            </a:lvl3pPr>
            <a:lvl4pPr marL="685800" indent="0" algn="ctr">
              <a:lnSpc>
                <a:spcPct val="80000"/>
              </a:lnSpc>
              <a:buNone/>
              <a:defRPr sz="4000" b="1"/>
            </a:lvl4pPr>
            <a:lvl5pPr marL="914400" indent="0" algn="ctr">
              <a:lnSpc>
                <a:spcPct val="8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163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794304-0909-E703-ABD0-A8D3AA1D3CCB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B9D34-540A-0829-F717-D8DDCD95E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738BA-7842-B75F-DB1F-0E8B3174D1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C4253-2B14-9D47-A10A-ABC853ABD5F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512" y="1260123"/>
            <a:ext cx="10856976" cy="4378678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1pPr>
            <a:lvl2pPr marL="22860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2pPr>
            <a:lvl3pPr marL="45720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3pPr>
            <a:lvl4pPr marL="68580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4pPr>
            <a:lvl5pPr marL="91440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35182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339983-4EA3-348A-36E4-6BDF2E720E7F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22C3D-C209-8D3D-CD43-54C045382B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EE51E-D132-4B65-C82B-431B5CE662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1169C-A599-D4B1-B140-DEA20B291D6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512" y="1260122"/>
            <a:ext cx="10872216" cy="433600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1" dirty="0"/>
            </a:lvl1pPr>
            <a:lvl2pPr marL="228600" indent="0" algn="ctr">
              <a:lnSpc>
                <a:spcPct val="80000"/>
              </a:lnSpc>
              <a:buNone/>
              <a:defRPr lang="en-US" sz="6000" b="1" dirty="0"/>
            </a:lvl2pPr>
            <a:lvl3pPr marL="457200" indent="0" algn="ctr">
              <a:lnSpc>
                <a:spcPct val="80000"/>
              </a:lnSpc>
              <a:buNone/>
              <a:defRPr lang="en-US" sz="5400" b="1" dirty="0"/>
            </a:lvl3pPr>
            <a:lvl4pPr marL="685800" indent="0" algn="ctr">
              <a:lnSpc>
                <a:spcPct val="80000"/>
              </a:lnSpc>
              <a:buNone/>
              <a:defRPr lang="en-US" sz="4800" b="1" dirty="0"/>
            </a:lvl4pPr>
            <a:lvl5pPr marL="914400" indent="0" algn="ctr">
              <a:lnSpc>
                <a:spcPct val="80000"/>
              </a:lnSpc>
              <a:buNone/>
              <a:defRPr lang="en-US" sz="4400" b="1" dirty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1231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DBFA62-C703-0AC1-148A-B14C03AEBBCC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FB2CD-26DD-138F-E7D5-D99CF92FC0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DD61F-5499-1F7B-3D4F-C205EDFB34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DC4E4-BD80-9BA6-E269-5F53DEFE8E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90553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64458" y="4955722"/>
            <a:ext cx="8863084" cy="669472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6AA888-6209-5DDB-D7BD-AFFE2FC73553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1659-F86C-4E1E-BF5A-D3C97715A1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EEDE5-19B7-1E08-E491-B9E81966AF7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69BF3-C0E3-D599-94DA-A66273FC8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64458" y="1344168"/>
            <a:ext cx="8863085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286709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4893733"/>
            <a:ext cx="5638800" cy="78861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b="1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EA7269-E0C0-24FF-83AE-918E65572670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6EDFB-F0D6-8773-D221-6D97A3A837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2A14C-8640-6C73-0A10-13EC61472A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D7FDF-AAFD-AF9A-6E11-36DE42D52AF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2666" y="1388534"/>
            <a:ext cx="8483601" cy="3371246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857240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0" y="1261872"/>
            <a:ext cx="10872217" cy="103395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65392" y="2584093"/>
            <a:ext cx="4974336" cy="369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E775-DB75-CB1A-BFE8-78BCAD77D75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12C1-730A-27D0-9441-4063B2F4C8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83B6-5689-7B78-207A-AE1FEA615FD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7511" y="2584093"/>
            <a:ext cx="4974337" cy="369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797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8405356D-E1B4-45BE-D7D0-42A7AAB8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0" y="1261872"/>
            <a:ext cx="10872217" cy="103395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59815-8676-26E4-EA5A-1B1ACFB6E9B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3E38B-0671-3294-31A5-2E4961FF527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455C6-2D37-DA7B-B30D-DEC4B5CFB92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272" y="2584094"/>
            <a:ext cx="4989576" cy="66548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7512" y="3569539"/>
            <a:ext cx="4974336" cy="27106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2565527"/>
            <a:ext cx="4974336" cy="72118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65392" y="3569538"/>
            <a:ext cx="4974336" cy="27106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50136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9C627C0-7428-BA8A-D0E2-CC8A8D37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0" y="1261872"/>
            <a:ext cx="10872217" cy="103395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C0BCA-D1D7-CF64-AEC7-33E55DBC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B36D5-9101-EA9F-061C-3EB80ED0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FC613A-845B-FD71-729B-17AC533A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93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DE469-E242-00F6-D36A-8C98D621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F422C-D8A7-AE2F-E398-B64591AD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113CA-1CE1-FE6B-9D3C-9E9AB40F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716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3"/>
            <a:ext cx="4654296" cy="100401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7512" y="2584094"/>
            <a:ext cx="4654296" cy="369608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848" y="1260123"/>
            <a:ext cx="5882640" cy="504860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61563-9E70-4586-A914-471E339C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72062-C159-A70C-DAB3-C80E0D34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7ED0D-2631-05E7-635A-88D81CC3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606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3"/>
            <a:ext cx="3429386" cy="1004011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9AD1E-0BFD-0C6E-EED4-3782FB82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7554B-B714-3610-BD99-8CAEFA5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FEDF4-9C70-920E-A49D-7787AA6D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7511" y="2584094"/>
            <a:ext cx="3410711" cy="3696085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398262" y="1260123"/>
            <a:ext cx="7141465" cy="502005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225559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1"/>
            <a:ext cx="10856976" cy="2008021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D07FC-43F1-4E18-580C-3C44320F91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5ABD4-FA73-E749-3EA0-9C6BA20EAC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1E3B5-40D2-5FD4-06BA-E77052C7F0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7511" y="3588104"/>
            <a:ext cx="10856977" cy="26920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9598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2584093"/>
            <a:ext cx="8375902" cy="1688061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AA90F-CC56-0B2B-76BD-895A361811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B045D-0D5B-3227-835A-58CF4E8119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6090A-D950-230B-F6B3-C5035C3CEAC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4592115"/>
            <a:ext cx="8385048" cy="1688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345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1"/>
            <a:ext cx="10872216" cy="10040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87E7F9E7-BD7C-7BD1-18C4-D0670D6F7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 algn="l" rtl="0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4122" y="181066"/>
            <a:ext cx="3144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2FCF00-BAB5-9903-A021-C98277BB5056}"/>
              </a:ext>
            </a:extLst>
          </p:cNvPr>
          <p:cNvCxnSpPr>
            <a:cxnSpLocks/>
          </p:cNvCxnSpPr>
          <p:nvPr userDrawn="1"/>
        </p:nvCxnSpPr>
        <p:spPr>
          <a:xfrm>
            <a:off x="652272" y="567605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2584094"/>
            <a:ext cx="10856976" cy="3696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348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0" r:id="rId43"/>
    <p:sldLayoutId id="2147483771" r:id="rId44"/>
    <p:sldLayoutId id="2147483772" r:id="rId45"/>
    <p:sldLayoutId id="2147483773" r:id="rId46"/>
    <p:sldLayoutId id="2147483774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80" r:id="rId53"/>
    <p:sldLayoutId id="2147483781" r:id="rId54"/>
    <p:sldLayoutId id="2147483782" r:id="rId55"/>
    <p:sldLayoutId id="2147483783" r:id="rId56"/>
    <p:sldLayoutId id="2147483784" r:id="rId57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  <p15:guide id="21" pos="7296">
          <p15:clr>
            <a:srgbClr val="F26B43"/>
          </p15:clr>
        </p15:guide>
        <p15:guide id="22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3" y="4592116"/>
            <a:ext cx="10872216" cy="976143"/>
          </a:xfrm>
        </p:spPr>
        <p:txBody>
          <a:bodyPr/>
          <a:lstStyle/>
          <a:p>
            <a:r>
              <a:rPr lang="en-US"/>
              <a:t>Sprint delivery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1" y="5971761"/>
            <a:ext cx="10872217" cy="33628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Presented by Miroslav Denkov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D00CA014-6278-6480-FC4A-934E682B1C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7512" y="187882"/>
            <a:ext cx="266609" cy="365125"/>
          </a:xfrm>
        </p:spPr>
        <p:txBody>
          <a:bodyPr/>
          <a:lstStyle/>
          <a:p>
            <a:fld id="{7ECAF3DD-865B-4F9E-8AEE-28157E83B0D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DDD0FA28-5A9B-C488-8256-740E33E516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FFCD1FF1-6A57-A135-4600-B9703046831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337084" y="181004"/>
            <a:ext cx="2202644" cy="365125"/>
          </a:xfrm>
        </p:spPr>
        <p:txBody>
          <a:bodyPr/>
          <a:lstStyle/>
          <a:p>
            <a:fld id="{53618751-5ECB-45D5-B2D6-5530CCBC3008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3FF3ADF-E78E-A7A1-B32A-4F2161E1CC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BFE2-D1F2-9CB7-B5D0-8D561041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E507EF-4699-3674-0F7E-FF24550EF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4EE89-C25D-FCCC-D2A6-AB28B16B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0970F-3E94-C785-90FC-35927A1B1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3CF04-19B2-4395-E26E-184A12736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Software solution to control </a:t>
            </a:r>
            <a:r>
              <a:rPr lang="en-US" sz="2400" dirty="0" err="1"/>
              <a:t>UFactory</a:t>
            </a:r>
            <a:r>
              <a:rPr lang="en-US" sz="2400" dirty="0"/>
              <a:t> Lite 6 robot arm and make it transport light-weight payload from the </a:t>
            </a:r>
            <a:r>
              <a:rPr lang="en-US" sz="2400" dirty="0" err="1"/>
              <a:t>Opentron</a:t>
            </a:r>
            <a:r>
              <a:rPr lang="en-US" sz="2400" dirty="0"/>
              <a:t> Flex to Tecan plate reader.</a:t>
            </a:r>
          </a:p>
        </p:txBody>
      </p:sp>
    </p:spTree>
    <p:extLst>
      <p:ext uri="{BB962C8B-B14F-4D97-AF65-F5344CB8AC3E}">
        <p14:creationId xmlns:p14="http://schemas.microsoft.com/office/powerpoint/2010/main" val="258530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F13A-E12C-1F72-A681-8F86DF051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261872"/>
            <a:ext cx="5897880" cy="2996266"/>
          </a:xfrm>
        </p:spPr>
        <p:txBody>
          <a:bodyPr anchor="t">
            <a:normAutofit/>
          </a:bodyPr>
          <a:lstStyle/>
          <a:p>
            <a:r>
              <a:rPr lang="en-US"/>
              <a:t>Current Progress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B2190-FA3E-128F-77C1-428800695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0" y="4592115"/>
            <a:ext cx="5897882" cy="16880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The robot arm can pick up payload from a designated position in space, move it and place it back safely.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6C153-2888-503D-A47B-657ABC969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ECAF3DD-865B-4F9E-8AEE-28157E83B0D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30E4B-F0C9-918D-5F4E-06B8BF79DB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681B4-2EBD-C8B9-AF40-55B69CB3C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EE4FD85-5D6D-4FA4-A373-26EC0F227592}" type="datetime1">
              <a:rPr lang="en-US" smtClean="0"/>
              <a:pPr>
                <a:spcAft>
                  <a:spcPts val="600"/>
                </a:spcAft>
              </a:pPr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0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E13A-7A16-EAF8-7A17-3134DC8156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Problems...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5022A-C80F-BA2F-B8A3-24584F853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The robot only moves in a straight line, and does not adjust its joint to optimize movement and avoid collision.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ROS </a:t>
            </a:r>
            <a:r>
              <a:rPr lang="en-US" err="1"/>
              <a:t>communicat</a:t>
            </a:r>
            <a:r>
              <a:rPr lang="en-US"/>
              <a:t>ion gives problems.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EF82B-ED4E-BB14-BA47-FC2683237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46373-B7DC-EACC-87F5-E1BC97E3E1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375A758-D2DC-CD12-24EC-3F06B1C2C80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ECF7E77-8611-47D0-A92F-5C18E9C5DC54}" type="datetime1">
              <a:rPr lang="en-US" smtClean="0"/>
              <a:t>4/7/2026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8375BE3-C516-085A-733B-F1F775C7EE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09522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FF23E-4ABA-54AF-3B52-1C314854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plans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494A98-EC26-F8B1-3BC7-2D6966A9C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DC3ED-03E3-8CCE-DD71-3914B3A2163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9D358-4CB6-4A3B-7D2E-DF069656063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C08E3F2-FA4C-45C3-B304-C7155F821EF4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D7600-4B3A-5FB7-F173-05D8B3B1DDA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/>
              <a:t>Investigate issues with ROS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/>
              <a:t>Investigate granular joint control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/>
              <a:t>Manual trajectory planning investigation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7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D18D-52E3-7C9D-D7B2-CA065414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8A468F-3B7F-1A1E-F491-77A2837F28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3255B-6FE1-FE62-6F06-0714511697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D8E3B-C239-E851-4E4C-A4283B6AFA9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A7AEB-5460-3D7E-24E2-BE57BDF57F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Thank you for your attention!</a:t>
            </a:r>
          </a:p>
          <a:p>
            <a:r>
              <a:rPr lang="en-US" sz="4000"/>
              <a:t>I am eager to hear your questions now :)</a:t>
            </a:r>
          </a:p>
        </p:txBody>
      </p:sp>
    </p:spTree>
    <p:extLst>
      <p:ext uri="{BB962C8B-B14F-4D97-AF65-F5344CB8AC3E}">
        <p14:creationId xmlns:p14="http://schemas.microsoft.com/office/powerpoint/2010/main" val="3796093777"/>
      </p:ext>
    </p:extLst>
  </p:cSld>
  <p:clrMapOvr>
    <a:masterClrMapping/>
  </p:clrMapOvr>
</p:sld>
</file>

<file path=ppt/theme/theme1.xml><?xml version="1.0" encoding="utf-8"?>
<a:theme xmlns:a="http://schemas.openxmlformats.org/drawingml/2006/main" name="Greener acres">
  <a:themeElements>
    <a:clrScheme name="Custom 74">
      <a:dk1>
        <a:srgbClr val="01463E"/>
      </a:dk1>
      <a:lt1>
        <a:sysClr val="window" lastClr="FFFFFF"/>
      </a:lt1>
      <a:dk2>
        <a:srgbClr val="000000"/>
      </a:dk2>
      <a:lt2>
        <a:srgbClr val="FFFFFF"/>
      </a:lt2>
      <a:accent1>
        <a:srgbClr val="88B1CA"/>
      </a:accent1>
      <a:accent2>
        <a:srgbClr val="E15544"/>
      </a:accent2>
      <a:accent3>
        <a:srgbClr val="E37A8B"/>
      </a:accent3>
      <a:accent4>
        <a:srgbClr val="8AB9A8"/>
      </a:accent4>
      <a:accent5>
        <a:srgbClr val="A28CD2"/>
      </a:accent5>
      <a:accent6>
        <a:srgbClr val="EBE1D8"/>
      </a:accent6>
      <a:hlink>
        <a:srgbClr val="467886"/>
      </a:hlink>
      <a:folHlink>
        <a:srgbClr val="96607D"/>
      </a:folHlink>
    </a:clrScheme>
    <a:fontScheme name="Custom 21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B-B01_Document_win32_LW_V6" id="{D7C51510-76B3-4E3E-B1F1-02C5966E46FE}" vid="{7A8C32E0-CE1D-4A5A-82D6-24B0B725BB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3C7AED-0012-46FA-9D94-32A94FCFC643}">
  <ds:schemaRefs>
    <ds:schemaRef ds:uri="http://schemas.microsoft.com/office/2006/documentManagement/types"/>
    <ds:schemaRef ds:uri="230e9df3-be65-4c73-a93b-d1236ebd677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16c05727-aa75-4e4a-9b5f-8a80a1165891"/>
    <ds:schemaRef ds:uri="http://schemas.microsoft.com/sharepoint/v3"/>
    <ds:schemaRef ds:uri="http://purl.org/dc/terms/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94E715A-E89E-4D2B-BDA6-D6593AD9E0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6024DA-9507-4F01-9AF0-08D44D86FA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Greener acres</vt:lpstr>
      <vt:lpstr>Sprint delivery</vt:lpstr>
      <vt:lpstr>Project Summary</vt:lpstr>
      <vt:lpstr>Current Progress</vt:lpstr>
      <vt:lpstr>Problems...</vt:lpstr>
      <vt:lpstr>Future plans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80</cp:revision>
  <dcterms:created xsi:type="dcterms:W3CDTF">2026-04-07T10:09:43Z</dcterms:created>
  <dcterms:modified xsi:type="dcterms:W3CDTF">2026-04-07T10:55:48Z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