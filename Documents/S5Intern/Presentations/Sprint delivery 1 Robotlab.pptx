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53661-9BCF-F834-1BA2-D51DC840CF9E}" v="27" dt="2026-03-10T09:06:30.287"/>
    <p1510:client id="{8CE843B4-3C5D-A120-FCEF-F3C472BE0CC8}" v="163" dt="2026-03-10T10:45:53.605"/>
    <p1510:client id="{9DC585CE-E747-9754-5D8D-244391999941}" v="19" dt="2026-03-11T13:06:30.664"/>
    <p1510:client id="{B9AD493F-431D-18A7-3E37-7FB9804E0996}" v="47" dt="2026-03-11T14:27:03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kov,Miroslav M.L." userId="S::524298@student.fontys.nl::c50aeca3-15e6-4627-9014-6f6b4bd3b9af" providerId="AD" clId="Web-{5F653661-9BCF-F834-1BA2-D51DC840CF9E}"/>
    <pc:docChg chg="addSld modSld">
      <pc:chgData name="Denkov,Miroslav M.L." userId="S::524298@student.fontys.nl::c50aeca3-15e6-4627-9014-6f6b4bd3b9af" providerId="AD" clId="Web-{5F653661-9BCF-F834-1BA2-D51DC840CF9E}" dt="2026-03-10T09:06:30.287" v="26" actId="20577"/>
      <pc:docMkLst>
        <pc:docMk/>
      </pc:docMkLst>
      <pc:sldChg chg="modSp">
        <pc:chgData name="Denkov,Miroslav M.L." userId="S::524298@student.fontys.nl::c50aeca3-15e6-4627-9014-6f6b4bd3b9af" providerId="AD" clId="Web-{5F653661-9BCF-F834-1BA2-D51DC840CF9E}" dt="2026-03-10T09:06:30.287" v="26" actId="20577"/>
        <pc:sldMkLst>
          <pc:docMk/>
          <pc:sldMk cId="109857222" sldId="256"/>
        </pc:sldMkLst>
        <pc:spChg chg="mod">
          <ac:chgData name="Denkov,Miroslav M.L." userId="S::524298@student.fontys.nl::c50aeca3-15e6-4627-9014-6f6b4bd3b9af" providerId="AD" clId="Web-{5F653661-9BCF-F834-1BA2-D51DC840CF9E}" dt="2026-03-10T08:58:55.369" v="1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enkov,Miroslav M.L." userId="S::524298@student.fontys.nl::c50aeca3-15e6-4627-9014-6f6b4bd3b9af" providerId="AD" clId="Web-{5F653661-9BCF-F834-1BA2-D51DC840CF9E}" dt="2026-03-10T09:06:30.287" v="2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">
        <pc:chgData name="Denkov,Miroslav M.L." userId="S::524298@student.fontys.nl::c50aeca3-15e6-4627-9014-6f6b4bd3b9af" providerId="AD" clId="Web-{5F653661-9BCF-F834-1BA2-D51DC840CF9E}" dt="2026-03-10T08:53:58.739" v="0"/>
        <pc:sldMkLst>
          <pc:docMk/>
          <pc:sldMk cId="1552263535" sldId="257"/>
        </pc:sldMkLst>
      </pc:sldChg>
    </pc:docChg>
  </pc:docChgLst>
  <pc:docChgLst>
    <pc:chgData name="Denkov,Miroslav M.L." userId="S::524298@student.fontys.nl::c50aeca3-15e6-4627-9014-6f6b4bd3b9af" providerId="AD" clId="Web-{B9AD493F-431D-18A7-3E37-7FB9804E0996}"/>
    <pc:docChg chg="modSld">
      <pc:chgData name="Denkov,Miroslav M.L." userId="S::524298@student.fontys.nl::c50aeca3-15e6-4627-9014-6f6b4bd3b9af" providerId="AD" clId="Web-{B9AD493F-431D-18A7-3E37-7FB9804E0996}" dt="2026-03-11T14:27:03.536" v="46" actId="20577"/>
      <pc:docMkLst>
        <pc:docMk/>
      </pc:docMkLst>
      <pc:sldChg chg="modSp">
        <pc:chgData name="Denkov,Miroslav M.L." userId="S::524298@student.fontys.nl::c50aeca3-15e6-4627-9014-6f6b4bd3b9af" providerId="AD" clId="Web-{B9AD493F-431D-18A7-3E37-7FB9804E0996}" dt="2026-03-11T14:27:03.536" v="46" actId="20577"/>
        <pc:sldMkLst>
          <pc:docMk/>
          <pc:sldMk cId="1552263535" sldId="257"/>
        </pc:sldMkLst>
        <pc:spChg chg="mod">
          <ac:chgData name="Denkov,Miroslav M.L." userId="S::524298@student.fontys.nl::c50aeca3-15e6-4627-9014-6f6b4bd3b9af" providerId="AD" clId="Web-{B9AD493F-431D-18A7-3E37-7FB9804E0996}" dt="2026-03-11T14:27:03.536" v="46" actId="20577"/>
          <ac:spMkLst>
            <pc:docMk/>
            <pc:sldMk cId="1552263535" sldId="257"/>
            <ac:spMk id="3" creationId="{F3F15C49-1B4B-09A4-4E3D-EDDB3705CF2C}"/>
          </ac:spMkLst>
        </pc:spChg>
      </pc:sldChg>
      <pc:sldChg chg="modSp">
        <pc:chgData name="Denkov,Miroslav M.L." userId="S::524298@student.fontys.nl::c50aeca3-15e6-4627-9014-6f6b4bd3b9af" providerId="AD" clId="Web-{B9AD493F-431D-18A7-3E37-7FB9804E0996}" dt="2026-03-11T13:58:26.822" v="35" actId="20577"/>
        <pc:sldMkLst>
          <pc:docMk/>
          <pc:sldMk cId="300003081" sldId="258"/>
        </pc:sldMkLst>
        <pc:spChg chg="mod">
          <ac:chgData name="Denkov,Miroslav M.L." userId="S::524298@student.fontys.nl::c50aeca3-15e6-4627-9014-6f6b4bd3b9af" providerId="AD" clId="Web-{B9AD493F-431D-18A7-3E37-7FB9804E0996}" dt="2026-03-11T13:58:26.822" v="35" actId="20577"/>
          <ac:spMkLst>
            <pc:docMk/>
            <pc:sldMk cId="300003081" sldId="258"/>
            <ac:spMk id="3" creationId="{959148B7-812C-49D3-00D5-4F45CA99431A}"/>
          </ac:spMkLst>
        </pc:spChg>
      </pc:sldChg>
    </pc:docChg>
  </pc:docChgLst>
  <pc:docChgLst>
    <pc:chgData name="Denkov,Miroslav M.L." userId="S::524298@student.fontys.nl::c50aeca3-15e6-4627-9014-6f6b4bd3b9af" providerId="AD" clId="Web-{8CE843B4-3C5D-A120-FCEF-F3C472BE0CC8}"/>
    <pc:docChg chg="addSld delSld modSld">
      <pc:chgData name="Denkov,Miroslav M.L." userId="S::524298@student.fontys.nl::c50aeca3-15e6-4627-9014-6f6b4bd3b9af" providerId="AD" clId="Web-{8CE843B4-3C5D-A120-FCEF-F3C472BE0CC8}" dt="2026-03-10T10:46:06.764" v="166"/>
      <pc:docMkLst>
        <pc:docMk/>
      </pc:docMkLst>
      <pc:sldChg chg="addSp modSp mod setBg">
        <pc:chgData name="Denkov,Miroslav M.L." userId="S::524298@student.fontys.nl::c50aeca3-15e6-4627-9014-6f6b4bd3b9af" providerId="AD" clId="Web-{8CE843B4-3C5D-A120-FCEF-F3C472BE0CC8}" dt="2026-03-10T10:44:56.828" v="123"/>
        <pc:sldMkLst>
          <pc:docMk/>
          <pc:sldMk cId="109857222" sldId="256"/>
        </pc:sldMkLst>
        <pc:spChg chg="mod">
          <ac:chgData name="Denkov,Miroslav M.L." userId="S::524298@student.fontys.nl::c50aeca3-15e6-4627-9014-6f6b4bd3b9af" providerId="AD" clId="Web-{8CE843B4-3C5D-A120-FCEF-F3C472BE0CC8}" dt="2026-03-10T10:44:56.828" v="123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enkov,Miroslav M.L." userId="S::524298@student.fontys.nl::c50aeca3-15e6-4627-9014-6f6b4bd3b9af" providerId="AD" clId="Web-{8CE843B4-3C5D-A120-FCEF-F3C472BE0CC8}" dt="2026-03-10T10:44:56.828" v="123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Denkov,Miroslav M.L." userId="S::524298@student.fontys.nl::c50aeca3-15e6-4627-9014-6f6b4bd3b9af" providerId="AD" clId="Web-{8CE843B4-3C5D-A120-FCEF-F3C472BE0CC8}" dt="2026-03-10T10:44:56.828" v="123"/>
          <ac:spMkLst>
            <pc:docMk/>
            <pc:sldMk cId="109857222" sldId="256"/>
            <ac:spMk id="9" creationId="{C1DD1A8A-57D5-4A81-AD04-532B043C5611}"/>
          </ac:spMkLst>
        </pc:spChg>
        <pc:spChg chg="add">
          <ac:chgData name="Denkov,Miroslav M.L." userId="S::524298@student.fontys.nl::c50aeca3-15e6-4627-9014-6f6b4bd3b9af" providerId="AD" clId="Web-{8CE843B4-3C5D-A120-FCEF-F3C472BE0CC8}" dt="2026-03-10T10:44:56.828" v="123"/>
          <ac:spMkLst>
            <pc:docMk/>
            <pc:sldMk cId="109857222" sldId="256"/>
            <ac:spMk id="11" creationId="{007891EC-4501-44ED-A8C8-B11B6DB767AB}"/>
          </ac:spMkLst>
        </pc:spChg>
        <pc:picChg chg="add">
          <ac:chgData name="Denkov,Miroslav M.L." userId="S::524298@student.fontys.nl::c50aeca3-15e6-4627-9014-6f6b4bd3b9af" providerId="AD" clId="Web-{8CE843B4-3C5D-A120-FCEF-F3C472BE0CC8}" dt="2026-03-10T10:44:56.828" v="123"/>
          <ac:picMkLst>
            <pc:docMk/>
            <pc:sldMk cId="109857222" sldId="256"/>
            <ac:picMk id="5" creationId="{47B984D1-BC27-51C4-A246-506666425BB9}"/>
          </ac:picMkLst>
        </pc:picChg>
      </pc:sldChg>
      <pc:sldChg chg="addSp modSp mod setBg">
        <pc:chgData name="Denkov,Miroslav M.L." userId="S::524298@student.fontys.nl::c50aeca3-15e6-4627-9014-6f6b4bd3b9af" providerId="AD" clId="Web-{8CE843B4-3C5D-A120-FCEF-F3C472BE0CC8}" dt="2026-03-10T10:45:03.048" v="124"/>
        <pc:sldMkLst>
          <pc:docMk/>
          <pc:sldMk cId="1552263535" sldId="257"/>
        </pc:sldMkLst>
        <pc:spChg chg="mod">
          <ac:chgData name="Denkov,Miroslav M.L." userId="S::524298@student.fontys.nl::c50aeca3-15e6-4627-9014-6f6b4bd3b9af" providerId="AD" clId="Web-{8CE843B4-3C5D-A120-FCEF-F3C472BE0CC8}" dt="2026-03-10T10:45:03.048" v="124"/>
          <ac:spMkLst>
            <pc:docMk/>
            <pc:sldMk cId="1552263535" sldId="257"/>
            <ac:spMk id="2" creationId="{F34E5CF9-A739-447D-2CCF-03F9D00D49C5}"/>
          </ac:spMkLst>
        </pc:spChg>
        <pc:spChg chg="mod">
          <ac:chgData name="Denkov,Miroslav M.L." userId="S::524298@student.fontys.nl::c50aeca3-15e6-4627-9014-6f6b4bd3b9af" providerId="AD" clId="Web-{8CE843B4-3C5D-A120-FCEF-F3C472BE0CC8}" dt="2026-03-10T10:45:03.048" v="124"/>
          <ac:spMkLst>
            <pc:docMk/>
            <pc:sldMk cId="1552263535" sldId="257"/>
            <ac:spMk id="3" creationId="{F3F15C49-1B4B-09A4-4E3D-EDDB3705CF2C}"/>
          </ac:spMkLst>
        </pc:spChg>
        <pc:spChg chg="add">
          <ac:chgData name="Denkov,Miroslav M.L." userId="S::524298@student.fontys.nl::c50aeca3-15e6-4627-9014-6f6b4bd3b9af" providerId="AD" clId="Web-{8CE843B4-3C5D-A120-FCEF-F3C472BE0CC8}" dt="2026-03-10T10:45:03.048" v="124"/>
          <ac:spMkLst>
            <pc:docMk/>
            <pc:sldMk cId="1552263535" sldId="257"/>
            <ac:spMk id="9" creationId="{C0763A76-9F1C-4FC5-82B7-DD475DA461B2}"/>
          </ac:spMkLst>
        </pc:spChg>
        <pc:spChg chg="add">
          <ac:chgData name="Denkov,Miroslav M.L." userId="S::524298@student.fontys.nl::c50aeca3-15e6-4627-9014-6f6b4bd3b9af" providerId="AD" clId="Web-{8CE843B4-3C5D-A120-FCEF-F3C472BE0CC8}" dt="2026-03-10T10:45:03.048" v="124"/>
          <ac:spMkLst>
            <pc:docMk/>
            <pc:sldMk cId="1552263535" sldId="257"/>
            <ac:spMk id="11" creationId="{E81BF4F6-F2CF-4984-9D14-D6966D92F99F}"/>
          </ac:spMkLst>
        </pc:spChg>
        <pc:picChg chg="add">
          <ac:chgData name="Denkov,Miroslav M.L." userId="S::524298@student.fontys.nl::c50aeca3-15e6-4627-9014-6f6b4bd3b9af" providerId="AD" clId="Web-{8CE843B4-3C5D-A120-FCEF-F3C472BE0CC8}" dt="2026-03-10T10:45:03.048" v="124"/>
          <ac:picMkLst>
            <pc:docMk/>
            <pc:sldMk cId="1552263535" sldId="257"/>
            <ac:picMk id="5" creationId="{DC96D4E3-06D9-9D52-E648-4FAB43CBAA28}"/>
          </ac:picMkLst>
        </pc:picChg>
      </pc:sldChg>
      <pc:sldChg chg="addSp modSp new mod setBg">
        <pc:chgData name="Denkov,Miroslav M.L." userId="S::524298@student.fontys.nl::c50aeca3-15e6-4627-9014-6f6b4bd3b9af" providerId="AD" clId="Web-{8CE843B4-3C5D-A120-FCEF-F3C472BE0CC8}" dt="2026-03-10T10:45:59.481" v="165"/>
        <pc:sldMkLst>
          <pc:docMk/>
          <pc:sldMk cId="300003081" sldId="258"/>
        </pc:sldMkLst>
        <pc:spChg chg="mod">
          <ac:chgData name="Denkov,Miroslav M.L." userId="S::524298@student.fontys.nl::c50aeca3-15e6-4627-9014-6f6b4bd3b9af" providerId="AD" clId="Web-{8CE843B4-3C5D-A120-FCEF-F3C472BE0CC8}" dt="2026-03-10T10:45:59.481" v="165"/>
          <ac:spMkLst>
            <pc:docMk/>
            <pc:sldMk cId="300003081" sldId="258"/>
            <ac:spMk id="2" creationId="{BCA30E1A-F027-8A63-7475-02515D21AA2B}"/>
          </ac:spMkLst>
        </pc:spChg>
        <pc:spChg chg="mod">
          <ac:chgData name="Denkov,Miroslav M.L." userId="S::524298@student.fontys.nl::c50aeca3-15e6-4627-9014-6f6b4bd3b9af" providerId="AD" clId="Web-{8CE843B4-3C5D-A120-FCEF-F3C472BE0CC8}" dt="2026-03-10T10:45:59.481" v="165"/>
          <ac:spMkLst>
            <pc:docMk/>
            <pc:sldMk cId="300003081" sldId="258"/>
            <ac:spMk id="3" creationId="{959148B7-812C-49D3-00D5-4F45CA99431A}"/>
          </ac:spMkLst>
        </pc:spChg>
        <pc:spChg chg="add">
          <ac:chgData name="Denkov,Miroslav M.L." userId="S::524298@student.fontys.nl::c50aeca3-15e6-4627-9014-6f6b4bd3b9af" providerId="AD" clId="Web-{8CE843B4-3C5D-A120-FCEF-F3C472BE0CC8}" dt="2026-03-10T10:45:59.481" v="165"/>
          <ac:spMkLst>
            <pc:docMk/>
            <pc:sldMk cId="300003081" sldId="258"/>
            <ac:spMk id="9" creationId="{9F7D5CDA-D291-4307-BF55-1381FED29634}"/>
          </ac:spMkLst>
        </pc:spChg>
        <pc:picChg chg="add">
          <ac:chgData name="Denkov,Miroslav M.L." userId="S::524298@student.fontys.nl::c50aeca3-15e6-4627-9014-6f6b4bd3b9af" providerId="AD" clId="Web-{8CE843B4-3C5D-A120-FCEF-F3C472BE0CC8}" dt="2026-03-10T10:45:59.481" v="165"/>
          <ac:picMkLst>
            <pc:docMk/>
            <pc:sldMk cId="300003081" sldId="258"/>
            <ac:picMk id="5" creationId="{AA437D1C-984E-FEA5-6EF7-D6861BB9B54E}"/>
          </ac:picMkLst>
        </pc:picChg>
      </pc:sldChg>
      <pc:sldChg chg="new del">
        <pc:chgData name="Denkov,Miroslav M.L." userId="S::524298@student.fontys.nl::c50aeca3-15e6-4627-9014-6f6b4bd3b9af" providerId="AD" clId="Web-{8CE843B4-3C5D-A120-FCEF-F3C472BE0CC8}" dt="2026-03-10T10:44:26.775" v="104"/>
        <pc:sldMkLst>
          <pc:docMk/>
          <pc:sldMk cId="2695485281" sldId="259"/>
        </pc:sldMkLst>
      </pc:sldChg>
      <pc:sldChg chg="new del">
        <pc:chgData name="Denkov,Miroslav M.L." userId="S::524298@student.fontys.nl::c50aeca3-15e6-4627-9014-6f6b4bd3b9af" providerId="AD" clId="Web-{8CE843B4-3C5D-A120-FCEF-F3C472BE0CC8}" dt="2026-03-10T10:44:33.838" v="106"/>
        <pc:sldMkLst>
          <pc:docMk/>
          <pc:sldMk cId="2837999086" sldId="259"/>
        </pc:sldMkLst>
      </pc:sldChg>
      <pc:sldChg chg="addSp modSp new mod setBg">
        <pc:chgData name="Denkov,Miroslav M.L." userId="S::524298@student.fontys.nl::c50aeca3-15e6-4627-9014-6f6b4bd3b9af" providerId="AD" clId="Web-{8CE843B4-3C5D-A120-FCEF-F3C472BE0CC8}" dt="2026-03-10T10:46:06.764" v="166"/>
        <pc:sldMkLst>
          <pc:docMk/>
          <pc:sldMk cId="3398486836" sldId="259"/>
        </pc:sldMkLst>
        <pc:spChg chg="mod">
          <ac:chgData name="Denkov,Miroslav M.L." userId="S::524298@student.fontys.nl::c50aeca3-15e6-4627-9014-6f6b4bd3b9af" providerId="AD" clId="Web-{8CE843B4-3C5D-A120-FCEF-F3C472BE0CC8}" dt="2026-03-10T10:46:06.764" v="166"/>
          <ac:spMkLst>
            <pc:docMk/>
            <pc:sldMk cId="3398486836" sldId="259"/>
            <ac:spMk id="2" creationId="{7ECE2263-9D76-38F4-3A8A-7A8EDBDC9CDA}"/>
          </ac:spMkLst>
        </pc:spChg>
        <pc:spChg chg="mod">
          <ac:chgData name="Denkov,Miroslav M.L." userId="S::524298@student.fontys.nl::c50aeca3-15e6-4627-9014-6f6b4bd3b9af" providerId="AD" clId="Web-{8CE843B4-3C5D-A120-FCEF-F3C472BE0CC8}" dt="2026-03-10T10:46:06.764" v="166"/>
          <ac:spMkLst>
            <pc:docMk/>
            <pc:sldMk cId="3398486836" sldId="259"/>
            <ac:spMk id="3" creationId="{791096BA-73D6-9725-DD7A-B9E77635EF1B}"/>
          </ac:spMkLst>
        </pc:spChg>
        <pc:spChg chg="add">
          <ac:chgData name="Denkov,Miroslav M.L." userId="S::524298@student.fontys.nl::c50aeca3-15e6-4627-9014-6f6b4bd3b9af" providerId="AD" clId="Web-{8CE843B4-3C5D-A120-FCEF-F3C472BE0CC8}" dt="2026-03-10T10:46:06.764" v="166"/>
          <ac:spMkLst>
            <pc:docMk/>
            <pc:sldMk cId="3398486836" sldId="259"/>
            <ac:spMk id="10" creationId="{A3363022-C969-41E9-8EB2-E4C94908C1FA}"/>
          </ac:spMkLst>
        </pc:spChg>
        <pc:spChg chg="add">
          <ac:chgData name="Denkov,Miroslav M.L." userId="S::524298@student.fontys.nl::c50aeca3-15e6-4627-9014-6f6b4bd3b9af" providerId="AD" clId="Web-{8CE843B4-3C5D-A120-FCEF-F3C472BE0CC8}" dt="2026-03-10T10:46:06.764" v="166"/>
          <ac:spMkLst>
            <pc:docMk/>
            <pc:sldMk cId="3398486836" sldId="259"/>
            <ac:spMk id="12" creationId="{8D1AD6B3-BE88-4CEB-BA17-790657CC4729}"/>
          </ac:spMkLst>
        </pc:spChg>
        <pc:grpChg chg="add">
          <ac:chgData name="Denkov,Miroslav M.L." userId="S::524298@student.fontys.nl::c50aeca3-15e6-4627-9014-6f6b4bd3b9af" providerId="AD" clId="Web-{8CE843B4-3C5D-A120-FCEF-F3C472BE0CC8}" dt="2026-03-10T10:46:06.764" v="166"/>
          <ac:grpSpMkLst>
            <pc:docMk/>
            <pc:sldMk cId="3398486836" sldId="259"/>
            <ac:grpSpMk id="14" creationId="{89D1390B-7E13-4B4F-9CB2-391063412E54}"/>
          </ac:grpSpMkLst>
        </pc:grpChg>
        <pc:picChg chg="add">
          <ac:chgData name="Denkov,Miroslav M.L." userId="S::524298@student.fontys.nl::c50aeca3-15e6-4627-9014-6f6b4bd3b9af" providerId="AD" clId="Web-{8CE843B4-3C5D-A120-FCEF-F3C472BE0CC8}" dt="2026-03-10T10:46:06.764" v="166"/>
          <ac:picMkLst>
            <pc:docMk/>
            <pc:sldMk cId="3398486836" sldId="259"/>
            <ac:picMk id="7" creationId="{1B0D41BC-75A3-752E-1B30-FB9D8A45A33B}"/>
          </ac:picMkLst>
        </pc:picChg>
      </pc:sldChg>
    </pc:docChg>
  </pc:docChgLst>
  <pc:docChgLst>
    <pc:chgData name="Denkov,Miroslav M.L." userId="S::524298@student.fontys.nl::c50aeca3-15e6-4627-9014-6f6b4bd3b9af" providerId="AD" clId="Web-{9DC585CE-E747-9754-5D8D-244391999941}"/>
    <pc:docChg chg="addSld modSld">
      <pc:chgData name="Denkov,Miroslav M.L." userId="S::524298@student.fontys.nl::c50aeca3-15e6-4627-9014-6f6b4bd3b9af" providerId="AD" clId="Web-{9DC585CE-E747-9754-5D8D-244391999941}" dt="2026-03-11T13:06:30.664" v="19" actId="20577"/>
      <pc:docMkLst>
        <pc:docMk/>
      </pc:docMkLst>
      <pc:sldChg chg="modSp">
        <pc:chgData name="Denkov,Miroslav M.L." userId="S::524298@student.fontys.nl::c50aeca3-15e6-4627-9014-6f6b4bd3b9af" providerId="AD" clId="Web-{9DC585CE-E747-9754-5D8D-244391999941}" dt="2026-03-11T13:06:30.664" v="19" actId="20577"/>
        <pc:sldMkLst>
          <pc:docMk/>
          <pc:sldMk cId="300003081" sldId="258"/>
        </pc:sldMkLst>
        <pc:spChg chg="mod">
          <ac:chgData name="Denkov,Miroslav M.L." userId="S::524298@student.fontys.nl::c50aeca3-15e6-4627-9014-6f6b4bd3b9af" providerId="AD" clId="Web-{9DC585CE-E747-9754-5D8D-244391999941}" dt="2026-03-11T13:06:30.664" v="19" actId="20577"/>
          <ac:spMkLst>
            <pc:docMk/>
            <pc:sldMk cId="300003081" sldId="258"/>
            <ac:spMk id="3" creationId="{959148B7-812C-49D3-00D5-4F45CA99431A}"/>
          </ac:spMkLst>
        </pc:spChg>
      </pc:sldChg>
      <pc:sldChg chg="addSp delSp modSp new mod setBg">
        <pc:chgData name="Denkov,Miroslav M.L." userId="S::524298@student.fontys.nl::c50aeca3-15e6-4627-9014-6f6b4bd3b9af" providerId="AD" clId="Web-{9DC585CE-E747-9754-5D8D-244391999941}" dt="2026-03-11T13:02:06.194" v="15"/>
        <pc:sldMkLst>
          <pc:docMk/>
          <pc:sldMk cId="2993346119" sldId="260"/>
        </pc:sldMkLst>
        <pc:spChg chg="mod">
          <ac:chgData name="Denkov,Miroslav M.L." userId="S::524298@student.fontys.nl::c50aeca3-15e6-4627-9014-6f6b4bd3b9af" providerId="AD" clId="Web-{9DC585CE-E747-9754-5D8D-244391999941}" dt="2026-03-11T13:02:06.194" v="15"/>
          <ac:spMkLst>
            <pc:docMk/>
            <pc:sldMk cId="2993346119" sldId="260"/>
            <ac:spMk id="2" creationId="{2C48B60C-DE30-19B3-494F-C6FA0C9B5AB9}"/>
          </ac:spMkLst>
        </pc:spChg>
        <pc:spChg chg="del">
          <ac:chgData name="Denkov,Miroslav M.L." userId="S::524298@student.fontys.nl::c50aeca3-15e6-4627-9014-6f6b4bd3b9af" providerId="AD" clId="Web-{9DC585CE-E747-9754-5D8D-244391999941}" dt="2026-03-11T13:02:06.194" v="15"/>
          <ac:spMkLst>
            <pc:docMk/>
            <pc:sldMk cId="2993346119" sldId="260"/>
            <ac:spMk id="3" creationId="{A7B5C05D-A61E-19A8-6987-9C09450DFD64}"/>
          </ac:spMkLst>
        </pc:spChg>
        <pc:spChg chg="add">
          <ac:chgData name="Denkov,Miroslav M.L." userId="S::524298@student.fontys.nl::c50aeca3-15e6-4627-9014-6f6b4bd3b9af" providerId="AD" clId="Web-{9DC585CE-E747-9754-5D8D-244391999941}" dt="2026-03-11T13:02:06.194" v="15"/>
          <ac:spMkLst>
            <pc:docMk/>
            <pc:sldMk cId="2993346119" sldId="260"/>
            <ac:spMk id="9" creationId="{C1DD1A8A-57D5-4A81-AD04-532B043C5611}"/>
          </ac:spMkLst>
        </pc:spChg>
        <pc:spChg chg="add">
          <ac:chgData name="Denkov,Miroslav M.L." userId="S::524298@student.fontys.nl::c50aeca3-15e6-4627-9014-6f6b4bd3b9af" providerId="AD" clId="Web-{9DC585CE-E747-9754-5D8D-244391999941}" dt="2026-03-11T13:02:06.194" v="15"/>
          <ac:spMkLst>
            <pc:docMk/>
            <pc:sldMk cId="2993346119" sldId="260"/>
            <ac:spMk id="11" creationId="{007891EC-4501-44ED-A8C8-B11B6DB767AB}"/>
          </ac:spMkLst>
        </pc:spChg>
        <pc:picChg chg="add">
          <ac:chgData name="Denkov,Miroslav M.L." userId="S::524298@student.fontys.nl::c50aeca3-15e6-4627-9014-6f6b4bd3b9af" providerId="AD" clId="Web-{9DC585CE-E747-9754-5D8D-244391999941}" dt="2026-03-11T13:02:06.194" v="15"/>
          <ac:picMkLst>
            <pc:docMk/>
            <pc:sldMk cId="2993346119" sldId="260"/>
            <ac:picMk id="5" creationId="{08B23363-ACEC-0315-75D6-06E3582F33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x Production Line">
            <a:extLst>
              <a:ext uri="{FF2B5EF4-FFF2-40B4-BE49-F238E27FC236}">
                <a16:creationId xmlns:a16="http://schemas.microsoft.com/office/drawing/2014/main" id="{47B984D1-BC27-51C4-A246-506666425B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6250" b="625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Sprint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Miroslav Denkov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t on the ground">
            <a:extLst>
              <a:ext uri="{FF2B5EF4-FFF2-40B4-BE49-F238E27FC236}">
                <a16:creationId xmlns:a16="http://schemas.microsoft.com/office/drawing/2014/main" id="{08B23363-ACEC-0315-75D6-06E3582F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5105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8B60C-DE30-19B3-494F-C6FA0C9B5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What am I even doing here?</a:t>
            </a:r>
          </a:p>
        </p:txBody>
      </p:sp>
    </p:spTree>
    <p:extLst>
      <p:ext uri="{BB962C8B-B14F-4D97-AF65-F5344CB8AC3E}">
        <p14:creationId xmlns:p14="http://schemas.microsoft.com/office/powerpoint/2010/main" val="2993346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E5CF9-A739-447D-2CCF-03F9D00D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So far...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15C49-1B4B-09A4-4E3D-EDDB3705C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Project Plan</a:t>
            </a:r>
          </a:p>
          <a:p>
            <a:r>
              <a:rPr lang="en-US" sz="2000"/>
              <a:t>Research</a:t>
            </a:r>
          </a:p>
          <a:p>
            <a:r>
              <a:rPr lang="en-US" sz="2000"/>
              <a:t>Company visit</a:t>
            </a:r>
            <a:endParaRPr lang="en-US" sz="2000" dirty="0"/>
          </a:p>
          <a:p>
            <a:r>
              <a:rPr lang="en-US" sz="2000"/>
              <a:t>Planning</a:t>
            </a:r>
          </a:p>
        </p:txBody>
      </p:sp>
      <p:pic>
        <p:nvPicPr>
          <p:cNvPr id="5" name="Picture 4" descr="Pens and rulers">
            <a:extLst>
              <a:ext uri="{FF2B5EF4-FFF2-40B4-BE49-F238E27FC236}">
                <a16:creationId xmlns:a16="http://schemas.microsoft.com/office/drawing/2014/main" id="{DC96D4E3-06D9-9D52-E648-4FAB43CBA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13" r="23473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263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30E1A-F027-8A63-7475-02515D21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Things to focus on for next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148B7-812C-49D3-00D5-4F45CA994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Experiments with </a:t>
            </a:r>
            <a:r>
              <a:rPr lang="en-US" sz="2000"/>
              <a:t>simulation software</a:t>
            </a:r>
          </a:p>
          <a:p>
            <a:r>
              <a:rPr lang="en-US" sz="2000"/>
              <a:t>Research and development on trajectory planning for the robot arm.</a:t>
            </a:r>
            <a:endParaRPr lang="en-US"/>
          </a:p>
          <a:p>
            <a:endParaRPr lang="en-US" sz="2000" dirty="0"/>
          </a:p>
          <a:p>
            <a:endParaRPr lang="en-US" sz="2000" dirty="0"/>
          </a:p>
          <a:p>
            <a:endParaRPr lang="en-US" sz="2000"/>
          </a:p>
        </p:txBody>
      </p:sp>
      <p:pic>
        <p:nvPicPr>
          <p:cNvPr id="5" name="Picture 4" descr="Sunlit desk">
            <a:extLst>
              <a:ext uri="{FF2B5EF4-FFF2-40B4-BE49-F238E27FC236}">
                <a16:creationId xmlns:a16="http://schemas.microsoft.com/office/drawing/2014/main" id="{AA437D1C-984E-FEA5-6EF7-D6861BB9B5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87" r="29452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00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E2263-9D76-38F4-3A8A-7A8EDBDC9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Thank you for your attention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096BA-73D6-9725-DD7A-B9E77635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en-US" sz="2000">
              <a:solidFill>
                <a:schemeClr val="tx2"/>
              </a:solidFill>
            </a:endParaRP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1B0D41BC-75A3-752E-1B30-FB9D8A45A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9848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Sprint delivery</vt:lpstr>
      <vt:lpstr>What am I even doing here?</vt:lpstr>
      <vt:lpstr>So far...</vt:lpstr>
      <vt:lpstr>Things to focus on for next sprint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55</cp:revision>
  <dcterms:created xsi:type="dcterms:W3CDTF">2026-03-10T08:53:23Z</dcterms:created>
  <dcterms:modified xsi:type="dcterms:W3CDTF">2026-03-11T14:27:07Z</dcterms:modified>
</cp:coreProperties>
</file>